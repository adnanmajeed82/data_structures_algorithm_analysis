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92202"/>
            <a:ext cx="7772400" cy="1470025"/>
          </a:xfrm>
        </p:spPr>
        <p:txBody>
          <a:bodyPr/>
          <a:lstStyle/>
          <a:p>
            <a:r>
              <a:t>Python Basics Programs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413198"/>
            <a:ext cx="6400800" cy="1752600"/>
          </a:xfrm>
        </p:spPr>
        <p:txBody>
          <a:bodyPr/>
          <a:lstStyle/>
          <a:p>
            <a:r>
              <a:rPr dirty="0"/>
              <a:t>By Adnan Majeed</a:t>
            </a:r>
          </a:p>
          <a:p>
            <a:r>
              <a:rPr dirty="0"/>
              <a:t>Lecturer - Lahore Leads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sz="4400" dirty="0">
                <a:solidFill>
                  <a:srgbClr val="000000"/>
                </a:solidFill>
                <a:latin typeface="Courier New"/>
              </a:rPr>
              <a:t>print("Hello, World!")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sz="4000" dirty="0">
                <a:solidFill>
                  <a:srgbClr val="000000"/>
                </a:solidFill>
                <a:latin typeface="Courier New"/>
              </a:rPr>
              <a:t>a = 5
b = 3
print("Sum:", a + b)
print("Product:", a * b)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 or Odd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sz="4000" dirty="0">
                <a:solidFill>
                  <a:srgbClr val="000000"/>
                </a:solidFill>
                <a:latin typeface="Courier New"/>
              </a:rPr>
              <a:t>num = int(input("Enter a number: "))
if num % 2 == 0:
    print("Even")
else:
    print("Odd")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sz="4000" dirty="0">
                <a:solidFill>
                  <a:srgbClr val="000000"/>
                </a:solidFill>
                <a:latin typeface="Courier New"/>
              </a:rPr>
              <a:t>fruits = ["Apple", "Banana", "Cherry"]
for f in fruits:
    print(f)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sz="3600" dirty="0">
                <a:solidFill>
                  <a:srgbClr val="000000"/>
                </a:solidFill>
                <a:latin typeface="Courier New"/>
              </a:rPr>
              <a:t>def greet(name):
    return </a:t>
            </a:r>
            <a:r>
              <a:rPr sz="3600" dirty="0" err="1">
                <a:solidFill>
                  <a:srgbClr val="000000"/>
                </a:solidFill>
                <a:latin typeface="Courier New"/>
              </a:rPr>
              <a:t>f"Hello</a:t>
            </a:r>
            <a:r>
              <a:rPr sz="3600" dirty="0">
                <a:solidFill>
                  <a:srgbClr val="000000"/>
                </a:solidFill>
                <a:latin typeface="Courier New"/>
              </a:rPr>
              <a:t>, {name}!"
print(greet("Adnan"))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133</Words>
  <Application>Microsoft Office PowerPoint</Application>
  <PresentationFormat>On-screen Show (4:3)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Python Basics Programs</vt:lpstr>
      <vt:lpstr>Hello World</vt:lpstr>
      <vt:lpstr>Simple Calculator</vt:lpstr>
      <vt:lpstr>Even or Odd</vt:lpstr>
      <vt:lpstr>List Loop</vt:lpstr>
      <vt:lpstr>Function Example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3</cp:revision>
  <dcterms:created xsi:type="dcterms:W3CDTF">2013-01-27T09:14:16Z</dcterms:created>
  <dcterms:modified xsi:type="dcterms:W3CDTF">2025-08-13T08:32:23Z</dcterms:modified>
  <cp:category/>
</cp:coreProperties>
</file>