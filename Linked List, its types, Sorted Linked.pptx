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9846-5E43-6C32-C1D1-3F95C958A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00921-182D-5F6D-8739-6314A9F19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8E1F2-D55B-0BEE-AE18-B1AD56A41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BEA88-5C4C-32B3-5A5C-794D4EE0E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3F924-04A4-4E3D-5BAC-D793FBCF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48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63730-C962-89F4-4854-18BEF81B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2EC3A-DDA9-9A8A-F4C6-14D9A119C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359FF-FAAD-6B87-ADC8-BDA6762C0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61C01-8254-1831-7102-CAD2E562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07067-1AC1-38F8-F455-32D46103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0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024D-09B7-A912-0565-7FDFF1529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1110-72D2-5C06-E1E6-131B9FB22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95A2B-2C2C-F81B-7454-F4BAB471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90D0B-E979-1E3D-6C69-3ED2D17A8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0A980-1BEB-C883-6057-E561B4217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7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10AF-1BAF-C3D3-E3A3-2234B58E9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194BE-6725-E487-4CFB-D76B9ABAA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1617F-79A8-576D-6F0C-45124C1E2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3DA37-31C3-6BCE-A78C-CBA896108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42F71-F050-99D9-E387-7F58063D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2E77-4EE9-C382-32B8-8E60D318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6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E664-F324-2027-28EE-DE11CC39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710CA-82DE-96B4-462E-0D705A986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4EF1D-9101-4E85-48F6-6E59E7C30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4A8A07-A2F0-D296-33DA-A57DF74AF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2DCFF5-FBB1-3BE3-65CF-8402FD532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C0DD4-9F08-816C-3CAA-21FD09F8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CF78D-ADFD-6E2D-7B77-463AAC7F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5CA9A7-339F-3E96-AE49-2AC1CA64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42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8AEFA-6983-917A-F5BF-9F603009F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BCBB1A-A094-E4E3-30FF-1DC83B86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1C1FA-6B08-5331-D2EA-90810E23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30225-EE72-E353-C8CF-BA8AC548F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27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6FCB2D-A0C5-7321-4CA4-F8B06343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21273-05BE-2AF5-7F30-C58E9F3A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B978E-1720-2A61-3316-6AB5453E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46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C2D2-12C2-D645-116C-86CC7450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92BAA-2E40-C79D-938E-64F65C6C3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AA579-1AAF-0988-F715-58ED671A8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ABE2E-B0E6-00EE-4318-2E65D193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7D487-DD93-691A-6750-91327274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4B833-D2E0-C4A8-B12B-368BAF25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02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2CE1-66D7-BE52-C1AD-552119B94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70F7BA-011F-36FB-D3D1-FEFA00859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4C253-F3CF-3F35-E005-CA063CA81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F1E7F-4607-729D-7FC3-B8F5D3D6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F35E7-0221-F3B5-B2B9-0FA8587F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20838-0602-3E36-B6FF-E55C8557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74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7005-3782-9B70-8D96-816EFCF85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71F65-AB10-5C9B-C4EB-5F2D04B79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6CEBD-6F1A-3CBB-CFC4-E9868BB2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7EEF-01B2-E589-58E6-D506977B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80924-D180-3F77-1C28-6004330E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087EA5-10E4-AFF6-F7C9-F919893E9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F7D6F-67E3-05CD-8316-3B3E309FB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A607-B8C0-D219-C807-888F74116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33CD3-01EF-9195-AE67-A4205574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A8DE-1121-61A9-CC79-0DA00D90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7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B101A-FBB0-4AE2-E081-D30FE51FF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191EC-D198-8060-507F-CB86545C6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6AB48-5F80-165B-4C9B-48C470DF0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23E0E-8021-447E-B060-338A23058B5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99F36-A6E1-F6B0-2136-F79A8D196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78E40-A751-AD62-A9B7-733E3E1B7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C7002-6F21-45C9-90BE-EE30117C4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2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556C-FDC7-8637-05AB-BEBAE95A3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Linked List, its types, Sorted Linked List, and Working of 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DEB3F-E50E-DD1F-E1DE-FEBF2FBD46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Lecturer , CS, Leads University , GCU </a:t>
            </a:r>
          </a:p>
        </p:txBody>
      </p:sp>
    </p:spTree>
    <p:extLst>
      <p:ext uri="{BB962C8B-B14F-4D97-AF65-F5344CB8AC3E}">
        <p14:creationId xmlns:p14="http://schemas.microsoft.com/office/powerpoint/2010/main" val="3199258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89B4B-83DA-51D6-F734-F5875ACE2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and Arrays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117DE-091B-FDD9-7180-B1A067F89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Introduction to Linked List</a:t>
            </a:r>
          </a:p>
          <a:p>
            <a:r>
              <a:rPr lang="en-US" dirty="0"/>
              <a:t>A </a:t>
            </a:r>
            <a:r>
              <a:rPr lang="en-US" b="1" dirty="0"/>
              <a:t>Linked List</a:t>
            </a:r>
            <a:r>
              <a:rPr lang="en-US" dirty="0"/>
              <a:t> is a </a:t>
            </a:r>
            <a:r>
              <a:rPr lang="en-US" b="1" dirty="0"/>
              <a:t>linear data structure</a:t>
            </a:r>
            <a:r>
              <a:rPr lang="en-US" dirty="0"/>
              <a:t> in which elements (called </a:t>
            </a:r>
            <a:r>
              <a:rPr lang="en-US" b="1" dirty="0"/>
              <a:t>nodes</a:t>
            </a:r>
            <a:r>
              <a:rPr lang="en-US" dirty="0"/>
              <a:t>) are connected using </a:t>
            </a:r>
            <a:r>
              <a:rPr lang="en-US" b="1" dirty="0"/>
              <a:t>pointers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Unlike arrays, linked lists </a:t>
            </a:r>
            <a:r>
              <a:rPr lang="en-US" b="1" dirty="0"/>
              <a:t>do not store elements in contiguous memory locations</a:t>
            </a:r>
            <a:r>
              <a:rPr lang="en-US" dirty="0"/>
              <a:t>.</a:t>
            </a:r>
          </a:p>
          <a:p>
            <a:r>
              <a:rPr lang="en-US" b="1" dirty="0"/>
              <a:t>📙 Structure of a Node</a:t>
            </a:r>
          </a:p>
          <a:p>
            <a:r>
              <a:rPr lang="en-US" dirty="0"/>
              <a:t>Each node consists of:</a:t>
            </a:r>
          </a:p>
          <a:p>
            <a:r>
              <a:rPr lang="en-US" b="1" dirty="0"/>
              <a:t>Data:</a:t>
            </a:r>
            <a:r>
              <a:rPr lang="en-US" dirty="0"/>
              <a:t> The actual value or information.</a:t>
            </a:r>
          </a:p>
          <a:p>
            <a:r>
              <a:rPr lang="en-US" b="1" dirty="0"/>
              <a:t>Next:</a:t>
            </a:r>
            <a:r>
              <a:rPr lang="en-US" dirty="0"/>
              <a:t> A pointer/reference to the next node in the list.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05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A51A1-553F-9305-8030-D79E26B5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Characteristics of Linked Lists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1849434-D615-9817-A0B0-A78217752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830" y="1690688"/>
            <a:ext cx="9708207" cy="382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52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637C-E7A1-B1E2-A0B1-665CFB11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25F15-1439-A53E-A8D6-0C5100115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Types of Linked Lists</a:t>
            </a:r>
          </a:p>
          <a:p>
            <a:r>
              <a:rPr lang="en-US" b="1" dirty="0"/>
              <a:t>3.1 Singly Linked List</a:t>
            </a:r>
          </a:p>
          <a:p>
            <a:r>
              <a:rPr lang="en-US" dirty="0"/>
              <a:t>Each node points to the next node, and the last node points to </a:t>
            </a:r>
            <a:r>
              <a:rPr lang="en-US" b="1" dirty="0"/>
              <a:t>None</a:t>
            </a:r>
            <a:r>
              <a:rPr lang="en-US" dirty="0"/>
              <a:t>.</a:t>
            </a:r>
          </a:p>
          <a:p>
            <a:r>
              <a:rPr lang="en-US" b="1" dirty="0"/>
              <a:t>Structure:</a:t>
            </a:r>
            <a:endParaRPr lang="en-US" dirty="0"/>
          </a:p>
          <a:p>
            <a:r>
              <a:rPr lang="en-US" dirty="0"/>
              <a:t>Head → [</a:t>
            </a:r>
            <a:r>
              <a:rPr lang="en-US" dirty="0" err="1"/>
              <a:t>Data|Next</a:t>
            </a:r>
            <a:r>
              <a:rPr lang="en-US" dirty="0"/>
              <a:t>] → [</a:t>
            </a:r>
            <a:r>
              <a:rPr lang="en-US" dirty="0" err="1"/>
              <a:t>Data|Next</a:t>
            </a:r>
            <a:r>
              <a:rPr lang="en-US" dirty="0"/>
              <a:t>] → None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706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E7E8-364B-8E4A-B160-531110425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4479"/>
            <a:ext cx="10515600" cy="538248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Node: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data):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self.data</a:t>
            </a:r>
            <a:r>
              <a:rPr lang="en-US" dirty="0"/>
              <a:t> = data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self.next</a:t>
            </a:r>
            <a:r>
              <a:rPr lang="en-US" dirty="0"/>
              <a:t> = None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SinglyLinkedList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self.head</a:t>
            </a:r>
            <a:r>
              <a:rPr lang="en-US" dirty="0"/>
              <a:t> = None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append(self, data):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new_node</a:t>
            </a:r>
            <a:r>
              <a:rPr lang="en-US" dirty="0"/>
              <a:t> = Node(data)</a:t>
            </a:r>
          </a:p>
          <a:p>
            <a:pPr marL="0" indent="0">
              <a:buNone/>
            </a:pPr>
            <a:r>
              <a:rPr lang="en-US" dirty="0"/>
              <a:t>        if not </a:t>
            </a:r>
            <a:r>
              <a:rPr lang="en-US" dirty="0" err="1"/>
              <a:t>self.head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self.head</a:t>
            </a:r>
            <a:r>
              <a:rPr lang="en-US" dirty="0"/>
              <a:t> = </a:t>
            </a:r>
            <a:r>
              <a:rPr lang="en-US" dirty="0" err="1"/>
              <a:t>new_node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return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598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294C4-ADFD-B7D2-CF8A-37367175A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4734"/>
            <a:ext cx="10515600" cy="577222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temp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while </a:t>
            </a:r>
            <a:r>
              <a:rPr lang="en-US" dirty="0" err="1"/>
              <a:t>temp.next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temp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temp.next</a:t>
            </a:r>
            <a:r>
              <a:rPr lang="en-US" dirty="0"/>
              <a:t> = </a:t>
            </a:r>
            <a:r>
              <a:rPr lang="en-US" dirty="0" err="1"/>
              <a:t>new_node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display(self):</a:t>
            </a:r>
          </a:p>
          <a:p>
            <a:pPr marL="0" indent="0">
              <a:buNone/>
            </a:pPr>
            <a:r>
              <a:rPr lang="en-US" dirty="0"/>
              <a:t>        temp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while temp:</a:t>
            </a:r>
          </a:p>
          <a:p>
            <a:pPr marL="0" indent="0">
              <a:buNone/>
            </a:pPr>
            <a:r>
              <a:rPr lang="en-US" dirty="0"/>
              <a:t>            print(</a:t>
            </a:r>
            <a:r>
              <a:rPr lang="en-US" dirty="0" err="1"/>
              <a:t>temp.data</a:t>
            </a:r>
            <a:r>
              <a:rPr lang="en-US" dirty="0"/>
              <a:t>, end=" → ")</a:t>
            </a:r>
          </a:p>
          <a:p>
            <a:pPr marL="0" indent="0">
              <a:buNone/>
            </a:pPr>
            <a:r>
              <a:rPr lang="en-US" dirty="0"/>
              <a:t>            temp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print("None")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Example Usage</a:t>
            </a:r>
          </a:p>
          <a:p>
            <a:pPr marL="0" indent="0">
              <a:buNone/>
            </a:pPr>
            <a:r>
              <a:rPr lang="en-US" dirty="0" err="1"/>
              <a:t>ll</a:t>
            </a:r>
            <a:r>
              <a:rPr lang="en-US" dirty="0"/>
              <a:t> = </a:t>
            </a:r>
            <a:r>
              <a:rPr lang="en-US" dirty="0" err="1"/>
              <a:t>SinglyLinkedList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ll.append</a:t>
            </a:r>
            <a:r>
              <a:rPr lang="en-US" dirty="0"/>
              <a:t>(10)</a:t>
            </a:r>
          </a:p>
          <a:p>
            <a:pPr marL="0" indent="0">
              <a:buNone/>
            </a:pPr>
            <a:r>
              <a:rPr lang="en-US" dirty="0" err="1"/>
              <a:t>ll.append</a:t>
            </a:r>
            <a:r>
              <a:rPr lang="en-US" dirty="0"/>
              <a:t>(20)</a:t>
            </a:r>
          </a:p>
          <a:p>
            <a:pPr marL="0" indent="0">
              <a:buNone/>
            </a:pPr>
            <a:r>
              <a:rPr lang="en-US" dirty="0" err="1"/>
              <a:t>ll.append</a:t>
            </a:r>
            <a:r>
              <a:rPr lang="en-US" dirty="0"/>
              <a:t>(30)</a:t>
            </a:r>
          </a:p>
          <a:p>
            <a:pPr marL="0" indent="0">
              <a:buNone/>
            </a:pPr>
            <a:r>
              <a:rPr lang="en-US" dirty="0" err="1"/>
              <a:t>ll.display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43052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67F0A-CE6C-A4FF-ED27-D9FC04542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BE310-3981-EECA-A74F-58DA6A608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 → 20 → 30 → None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524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7D9BF-54B8-544C-AC96-A8CE4259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08178-41A2-DC51-0417-0470203BC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node contains pointers to </a:t>
            </a:r>
            <a:r>
              <a:rPr lang="en-US" b="1" dirty="0"/>
              <a:t>both the next and previous nodes</a:t>
            </a:r>
            <a:r>
              <a:rPr lang="en-US" dirty="0"/>
              <a:t>.</a:t>
            </a:r>
          </a:p>
          <a:p>
            <a:r>
              <a:rPr lang="en-US" b="1" dirty="0"/>
              <a:t>Structure:</a:t>
            </a:r>
            <a:endParaRPr lang="en-US" dirty="0"/>
          </a:p>
          <a:p>
            <a:r>
              <a:rPr lang="en-US" dirty="0"/>
              <a:t>None ← [</a:t>
            </a:r>
            <a:r>
              <a:rPr lang="en-US" dirty="0" err="1"/>
              <a:t>Prev|Data|Next</a:t>
            </a:r>
            <a:r>
              <a:rPr lang="en-US" dirty="0"/>
              <a:t>] ↔ [</a:t>
            </a:r>
            <a:r>
              <a:rPr lang="en-US" dirty="0" err="1"/>
              <a:t>Prev|Data|Next</a:t>
            </a:r>
            <a:r>
              <a:rPr lang="en-US" dirty="0"/>
              <a:t>] → None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2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70EB8-A75E-B434-3C8E-AA15C20E1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357" y="476510"/>
            <a:ext cx="10515600" cy="59692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Node: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data):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self.data</a:t>
            </a:r>
            <a:r>
              <a:rPr lang="en-US" dirty="0"/>
              <a:t> = data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self.next</a:t>
            </a:r>
            <a:r>
              <a:rPr lang="en-US" dirty="0"/>
              <a:t> = None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self.prev</a:t>
            </a:r>
            <a:r>
              <a:rPr lang="en-US" dirty="0"/>
              <a:t> = None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DoublyLinkedList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self.head</a:t>
            </a:r>
            <a:r>
              <a:rPr lang="en-US" dirty="0"/>
              <a:t> = None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append(self, data):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new_node</a:t>
            </a:r>
            <a:r>
              <a:rPr lang="en-US" dirty="0"/>
              <a:t> = Node(data)</a:t>
            </a:r>
          </a:p>
          <a:p>
            <a:pPr marL="0" indent="0">
              <a:buNone/>
            </a:pPr>
            <a:r>
              <a:rPr lang="en-US" dirty="0"/>
              <a:t>        if not </a:t>
            </a:r>
            <a:r>
              <a:rPr lang="en-US" dirty="0" err="1"/>
              <a:t>self.head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self.head</a:t>
            </a:r>
            <a:r>
              <a:rPr lang="en-US" dirty="0"/>
              <a:t> = </a:t>
            </a:r>
            <a:r>
              <a:rPr lang="en-US" dirty="0" err="1"/>
              <a:t>new_node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return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679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8E023-BF3F-E123-493C-2C022FE36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88" y="551460"/>
            <a:ext cx="10515600" cy="587931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temp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while </a:t>
            </a:r>
            <a:r>
              <a:rPr lang="en-US" dirty="0" err="1"/>
              <a:t>temp.next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temp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temp.next</a:t>
            </a:r>
            <a:r>
              <a:rPr lang="en-US" dirty="0"/>
              <a:t> = </a:t>
            </a:r>
            <a:r>
              <a:rPr lang="en-US" dirty="0" err="1"/>
              <a:t>new_node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new_node.prev</a:t>
            </a:r>
            <a:r>
              <a:rPr lang="en-US" dirty="0"/>
              <a:t> = temp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display_forward</a:t>
            </a:r>
            <a:r>
              <a:rPr lang="en-US" dirty="0"/>
              <a:t>(self):</a:t>
            </a:r>
          </a:p>
          <a:p>
            <a:pPr marL="0" indent="0">
              <a:buNone/>
            </a:pPr>
            <a:r>
              <a:rPr lang="en-US" dirty="0"/>
              <a:t>        temp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while temp:</a:t>
            </a:r>
          </a:p>
          <a:p>
            <a:pPr marL="0" indent="0">
              <a:buNone/>
            </a:pPr>
            <a:r>
              <a:rPr lang="en-US" dirty="0"/>
              <a:t>            print(</a:t>
            </a:r>
            <a:r>
              <a:rPr lang="en-US" dirty="0" err="1"/>
              <a:t>temp.data</a:t>
            </a:r>
            <a:r>
              <a:rPr lang="en-US" dirty="0"/>
              <a:t>, end=" ↔ ")</a:t>
            </a:r>
          </a:p>
          <a:p>
            <a:pPr marL="0" indent="0">
              <a:buNone/>
            </a:pPr>
            <a:r>
              <a:rPr lang="en-US" dirty="0"/>
              <a:t>            temp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print("None")</a:t>
            </a:r>
          </a:p>
          <a:p>
            <a:pPr marL="0" indent="0">
              <a:buNone/>
            </a:pPr>
            <a:r>
              <a:rPr lang="en-US" dirty="0"/>
              <a:t># Example Usage</a:t>
            </a:r>
          </a:p>
          <a:p>
            <a:pPr marL="0" indent="0">
              <a:buNone/>
            </a:pPr>
            <a:r>
              <a:rPr lang="en-US" dirty="0" err="1"/>
              <a:t>dll</a:t>
            </a:r>
            <a:r>
              <a:rPr lang="en-US" dirty="0"/>
              <a:t> = </a:t>
            </a:r>
            <a:r>
              <a:rPr lang="en-US" dirty="0" err="1"/>
              <a:t>DoublyLinkedList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dll.append</a:t>
            </a:r>
            <a:r>
              <a:rPr lang="en-US" dirty="0"/>
              <a:t>(5)</a:t>
            </a:r>
          </a:p>
          <a:p>
            <a:pPr marL="0" indent="0">
              <a:buNone/>
            </a:pPr>
            <a:r>
              <a:rPr lang="en-US" dirty="0" err="1"/>
              <a:t>dll.append</a:t>
            </a:r>
            <a:r>
              <a:rPr lang="en-US" dirty="0"/>
              <a:t>(15)</a:t>
            </a:r>
          </a:p>
          <a:p>
            <a:pPr marL="0" indent="0">
              <a:buNone/>
            </a:pPr>
            <a:r>
              <a:rPr lang="en-US" dirty="0" err="1"/>
              <a:t>dll.append</a:t>
            </a:r>
            <a:r>
              <a:rPr lang="en-US" dirty="0"/>
              <a:t>(25)</a:t>
            </a:r>
          </a:p>
          <a:p>
            <a:pPr marL="0" indent="0">
              <a:buNone/>
            </a:pPr>
            <a:r>
              <a:rPr lang="en-US" dirty="0" err="1"/>
              <a:t>dll.display_forward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98756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4E7C-9DAD-1BE2-4495-5FF4FB5BC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596B-F9E9-E348-E4AA-9A8966C0D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last node points back to the first node</a:t>
            </a:r>
            <a:r>
              <a:rPr lang="en-US" dirty="0"/>
              <a:t>, forming a circle.</a:t>
            </a:r>
          </a:p>
          <a:p>
            <a:r>
              <a:rPr lang="en-US" b="1" dirty="0"/>
              <a:t>Structure:</a:t>
            </a:r>
            <a:endParaRPr lang="en-US" dirty="0"/>
          </a:p>
          <a:p>
            <a:r>
              <a:rPr lang="en-US" dirty="0"/>
              <a:t>Head → [</a:t>
            </a:r>
            <a:r>
              <a:rPr lang="en-US" dirty="0" err="1"/>
              <a:t>Data|Next</a:t>
            </a:r>
            <a:r>
              <a:rPr lang="en-US" dirty="0"/>
              <a:t>] → [</a:t>
            </a:r>
            <a:r>
              <a:rPr lang="en-US" dirty="0" err="1"/>
              <a:t>Data|Next</a:t>
            </a:r>
            <a:r>
              <a:rPr lang="en-US" dirty="0"/>
              <a:t>] → [</a:t>
            </a:r>
            <a:r>
              <a:rPr lang="en-US" dirty="0" err="1"/>
              <a:t>Data|Next</a:t>
            </a:r>
            <a:r>
              <a:rPr lang="en-US" dirty="0"/>
              <a:t>] ┐</a:t>
            </a:r>
          </a:p>
          <a:p>
            <a:r>
              <a:rPr lang="en-US" dirty="0"/>
              <a:t>       └──────────────────────────────────────┘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603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F02C0-9949-9D45-C781-41B5FB94C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9705"/>
            <a:ext cx="10515600" cy="58911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Node: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data):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self.data</a:t>
            </a:r>
            <a:r>
              <a:rPr lang="en-US" dirty="0"/>
              <a:t> = data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self.next</a:t>
            </a:r>
            <a:r>
              <a:rPr lang="en-US" dirty="0"/>
              <a:t> = None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CircularLinkedList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self.head</a:t>
            </a:r>
            <a:r>
              <a:rPr lang="en-US" dirty="0"/>
              <a:t> = None</a:t>
            </a:r>
          </a:p>
          <a:p>
            <a:pPr marL="0" indent="0">
              <a:buNone/>
            </a:pPr>
            <a:r>
              <a:rPr lang="en-US" dirty="0"/>
              <a:t>    def append(self, data):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new_node</a:t>
            </a:r>
            <a:r>
              <a:rPr lang="en-US" dirty="0"/>
              <a:t> = Node(data)</a:t>
            </a:r>
          </a:p>
          <a:p>
            <a:pPr marL="0" indent="0">
              <a:buNone/>
            </a:pPr>
            <a:r>
              <a:rPr lang="en-US" dirty="0"/>
              <a:t>        if not </a:t>
            </a:r>
            <a:r>
              <a:rPr lang="en-US" dirty="0" err="1"/>
              <a:t>self.head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self.head</a:t>
            </a:r>
            <a:r>
              <a:rPr lang="en-US" dirty="0"/>
              <a:t> = </a:t>
            </a:r>
            <a:r>
              <a:rPr lang="en-US" dirty="0" err="1"/>
              <a:t>new_node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new_node.next</a:t>
            </a:r>
            <a:r>
              <a:rPr lang="en-US" dirty="0"/>
              <a:t>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return</a:t>
            </a:r>
          </a:p>
          <a:p>
            <a:pPr marL="0" indent="0">
              <a:buNone/>
            </a:pPr>
            <a:r>
              <a:rPr lang="en-US" dirty="0"/>
              <a:t>        temp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while </a:t>
            </a:r>
            <a:r>
              <a:rPr lang="en-US" dirty="0" err="1"/>
              <a:t>temp.next</a:t>
            </a:r>
            <a:r>
              <a:rPr lang="en-US" dirty="0"/>
              <a:t> != </a:t>
            </a:r>
            <a:r>
              <a:rPr lang="en-US" dirty="0" err="1"/>
              <a:t>self.head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temp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987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28471-F9A9-6BD0-A067-12A31C65E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784"/>
            <a:ext cx="10515600" cy="58471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temp.next</a:t>
            </a:r>
            <a:r>
              <a:rPr lang="en-US" dirty="0"/>
              <a:t> = </a:t>
            </a:r>
            <a:r>
              <a:rPr lang="en-US" dirty="0" err="1"/>
              <a:t>new_node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new_node.next</a:t>
            </a:r>
            <a:r>
              <a:rPr lang="en-US" dirty="0"/>
              <a:t>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display(self):</a:t>
            </a:r>
          </a:p>
          <a:p>
            <a:pPr marL="0" indent="0">
              <a:buNone/>
            </a:pPr>
            <a:r>
              <a:rPr lang="en-US" dirty="0"/>
              <a:t>        temp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if not </a:t>
            </a:r>
            <a:r>
              <a:rPr lang="en-US" dirty="0" err="1"/>
              <a:t>self.head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return</a:t>
            </a:r>
          </a:p>
          <a:p>
            <a:pPr marL="0" indent="0">
              <a:buNone/>
            </a:pPr>
            <a:r>
              <a:rPr lang="en-US" dirty="0"/>
              <a:t>        while True:</a:t>
            </a:r>
          </a:p>
          <a:p>
            <a:pPr marL="0" indent="0">
              <a:buNone/>
            </a:pPr>
            <a:r>
              <a:rPr lang="en-US" dirty="0"/>
              <a:t>            print(</a:t>
            </a:r>
            <a:r>
              <a:rPr lang="en-US" dirty="0" err="1"/>
              <a:t>temp.data</a:t>
            </a:r>
            <a:r>
              <a:rPr lang="en-US" dirty="0"/>
              <a:t>, end=" → ")</a:t>
            </a:r>
          </a:p>
          <a:p>
            <a:pPr marL="0" indent="0">
              <a:buNone/>
            </a:pPr>
            <a:r>
              <a:rPr lang="en-US" dirty="0"/>
              <a:t>            temp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if temp == </a:t>
            </a:r>
            <a:r>
              <a:rPr lang="en-US" dirty="0" err="1"/>
              <a:t>self.head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    break</a:t>
            </a:r>
          </a:p>
          <a:p>
            <a:pPr marL="0" indent="0">
              <a:buNone/>
            </a:pPr>
            <a:r>
              <a:rPr lang="en-US" dirty="0"/>
              <a:t>        print("(head)")</a:t>
            </a:r>
          </a:p>
        </p:txBody>
      </p:sp>
    </p:spTree>
    <p:extLst>
      <p:ext uri="{BB962C8B-B14F-4D97-AF65-F5344CB8AC3E}">
        <p14:creationId xmlns:p14="http://schemas.microsoft.com/office/powerpoint/2010/main" val="1622623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D4D9-5B35-712B-5A1A-EDA4B71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Sorted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529F-8504-DB4A-DBF2-26F0ECAA7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sorted linked list</a:t>
            </a:r>
            <a:r>
              <a:rPr lang="en-US" dirty="0"/>
              <a:t> maintains elements in </a:t>
            </a:r>
            <a:r>
              <a:rPr lang="en-US" b="1" dirty="0"/>
              <a:t>ascending order</a:t>
            </a:r>
            <a:r>
              <a:rPr lang="en-US" dirty="0"/>
              <a:t> automatically upon insertion.</a:t>
            </a:r>
          </a:p>
        </p:txBody>
      </p:sp>
    </p:spTree>
    <p:extLst>
      <p:ext uri="{BB962C8B-B14F-4D97-AF65-F5344CB8AC3E}">
        <p14:creationId xmlns:p14="http://schemas.microsoft.com/office/powerpoint/2010/main" val="3703674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A3C01-F0CF-E7D1-A126-1B0935AC5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9764"/>
            <a:ext cx="10515600" cy="58171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class Node: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data):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self.data</a:t>
            </a:r>
            <a:r>
              <a:rPr lang="en-US" dirty="0"/>
              <a:t> = data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self.next</a:t>
            </a:r>
            <a:r>
              <a:rPr lang="en-US" dirty="0"/>
              <a:t> = None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SortedLinkedList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self.head</a:t>
            </a:r>
            <a:r>
              <a:rPr lang="en-US" dirty="0"/>
              <a:t> = None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insert_sorted</a:t>
            </a:r>
            <a:r>
              <a:rPr lang="en-US" dirty="0"/>
              <a:t>(self, data):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new_node</a:t>
            </a:r>
            <a:r>
              <a:rPr lang="en-US" dirty="0"/>
              <a:t> = Node(data)</a:t>
            </a:r>
          </a:p>
          <a:p>
            <a:pPr marL="0" indent="0">
              <a:buNone/>
            </a:pPr>
            <a:r>
              <a:rPr lang="en-US" dirty="0"/>
              <a:t>        if not </a:t>
            </a:r>
            <a:r>
              <a:rPr lang="en-US" dirty="0" err="1"/>
              <a:t>self.head</a:t>
            </a:r>
            <a:r>
              <a:rPr lang="en-US" dirty="0"/>
              <a:t> or data &lt; </a:t>
            </a:r>
            <a:r>
              <a:rPr lang="en-US" dirty="0" err="1"/>
              <a:t>self.head.data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new_node.next</a:t>
            </a:r>
            <a:r>
              <a:rPr lang="en-US" dirty="0"/>
              <a:t>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self.head</a:t>
            </a:r>
            <a:r>
              <a:rPr lang="en-US" dirty="0"/>
              <a:t> = </a:t>
            </a:r>
            <a:r>
              <a:rPr lang="en-US" dirty="0" err="1"/>
              <a:t>new_node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return</a:t>
            </a:r>
          </a:p>
          <a:p>
            <a:pPr marL="0" indent="0">
              <a:buNone/>
            </a:pPr>
            <a:r>
              <a:rPr lang="en-US" dirty="0"/>
              <a:t>        temp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while </a:t>
            </a:r>
            <a:r>
              <a:rPr lang="en-US" dirty="0" err="1"/>
              <a:t>temp.next</a:t>
            </a:r>
            <a:r>
              <a:rPr lang="en-US" dirty="0"/>
              <a:t> and </a:t>
            </a:r>
            <a:r>
              <a:rPr lang="en-US" dirty="0" err="1"/>
              <a:t>temp.next.data</a:t>
            </a:r>
            <a:r>
              <a:rPr lang="en-US" dirty="0"/>
              <a:t> &lt; data:</a:t>
            </a:r>
          </a:p>
          <a:p>
            <a:pPr marL="0" indent="0">
              <a:buNone/>
            </a:pPr>
            <a:r>
              <a:rPr lang="en-US" dirty="0"/>
              <a:t>            temp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new_node.next</a:t>
            </a:r>
            <a:r>
              <a:rPr lang="en-US" dirty="0"/>
              <a:t>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temp.next</a:t>
            </a:r>
            <a:r>
              <a:rPr lang="en-US" dirty="0"/>
              <a:t> = </a:t>
            </a:r>
            <a:r>
              <a:rPr lang="en-US" dirty="0" err="1"/>
              <a:t>new_node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852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F97A5-6680-7B01-9188-A539DE912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4636"/>
            <a:ext cx="10515600" cy="56223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def display(self):</a:t>
            </a:r>
          </a:p>
          <a:p>
            <a:pPr marL="0" indent="0">
              <a:buNone/>
            </a:pPr>
            <a:r>
              <a:rPr lang="en-US" dirty="0"/>
              <a:t>        temp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while temp:</a:t>
            </a:r>
          </a:p>
          <a:p>
            <a:pPr marL="0" indent="0">
              <a:buNone/>
            </a:pPr>
            <a:r>
              <a:rPr lang="en-US" dirty="0"/>
              <a:t>            print(</a:t>
            </a:r>
            <a:r>
              <a:rPr lang="en-US" dirty="0" err="1"/>
              <a:t>temp.data</a:t>
            </a:r>
            <a:r>
              <a:rPr lang="en-US" dirty="0"/>
              <a:t>, end=" → ")</a:t>
            </a:r>
          </a:p>
          <a:p>
            <a:pPr marL="0" indent="0">
              <a:buNone/>
            </a:pPr>
            <a:r>
              <a:rPr lang="en-US" dirty="0"/>
              <a:t>            temp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print("None")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Example Usage</a:t>
            </a:r>
          </a:p>
          <a:p>
            <a:pPr marL="0" indent="0">
              <a:buNone/>
            </a:pPr>
            <a:r>
              <a:rPr lang="en-US" dirty="0" err="1"/>
              <a:t>sll</a:t>
            </a:r>
            <a:r>
              <a:rPr lang="en-US" dirty="0"/>
              <a:t> = </a:t>
            </a:r>
            <a:r>
              <a:rPr lang="en-US" dirty="0" err="1"/>
              <a:t>SortedLinkedList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val</a:t>
            </a:r>
            <a:r>
              <a:rPr lang="en-US" dirty="0"/>
              <a:t> in [30, 10, 20, 5, 25]: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sll.insert_sorted</a:t>
            </a:r>
            <a:r>
              <a:rPr lang="en-US" dirty="0"/>
              <a:t>(</a:t>
            </a:r>
            <a:r>
              <a:rPr lang="en-US" dirty="0" err="1"/>
              <a:t>val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sll.display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72453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5E915-523D-5B37-E891-9A0A4637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06C3F-CC80-06AF-9340-55C3DC9DF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→ 10 → 20 → 25 → 30 → None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896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E0E11-468B-3484-3217-4D5B6075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B2BA0-6C08-AF55-A2AF-87B610474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Arrays in Python</a:t>
            </a:r>
          </a:p>
          <a:p>
            <a:r>
              <a:rPr lang="en-US" dirty="0"/>
              <a:t>An </a:t>
            </a:r>
            <a:r>
              <a:rPr lang="en-US" b="1" dirty="0"/>
              <a:t>array</a:t>
            </a:r>
            <a:r>
              <a:rPr lang="en-US" dirty="0"/>
              <a:t> is a collection of items stored at contiguous memory locations.</a:t>
            </a:r>
          </a:p>
          <a:p>
            <a:r>
              <a:rPr lang="en-US" dirty="0"/>
              <a:t>Python does not have a built-in array data structure like C or Java, but we can use:</a:t>
            </a:r>
          </a:p>
          <a:p>
            <a:r>
              <a:rPr lang="en-US" b="1" dirty="0"/>
              <a:t>Lists (built-in)</a:t>
            </a:r>
            <a:endParaRPr lang="en-US" dirty="0"/>
          </a:p>
          <a:p>
            <a:r>
              <a:rPr lang="en-US" b="1" dirty="0"/>
              <a:t>array module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9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CC34-47D4-9053-BF1C-FE704470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9314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using Python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A5932-B403-6F99-C43A-4EC56E72D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184"/>
            <a:ext cx="10515600" cy="493277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/>
              <a:t>arr</a:t>
            </a:r>
            <a:r>
              <a:rPr lang="en-US" dirty="0"/>
              <a:t> = [10, 20, 30, 40]</a:t>
            </a:r>
          </a:p>
          <a:p>
            <a:pPr marL="0" indent="0">
              <a:buNone/>
            </a:pPr>
            <a:r>
              <a:rPr lang="en-US" dirty="0"/>
              <a:t>print("Array Elements:", 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Access</a:t>
            </a:r>
          </a:p>
          <a:p>
            <a:pPr marL="0" indent="0">
              <a:buNone/>
            </a:pPr>
            <a:r>
              <a:rPr lang="en-US" dirty="0"/>
              <a:t>print("First Element:", </a:t>
            </a:r>
            <a:r>
              <a:rPr lang="en-US" dirty="0" err="1"/>
              <a:t>arr</a:t>
            </a:r>
            <a:r>
              <a:rPr lang="en-US" dirty="0"/>
              <a:t>[0])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Insertion</a:t>
            </a:r>
          </a:p>
          <a:p>
            <a:pPr marL="0" indent="0">
              <a:buNone/>
            </a:pPr>
            <a:r>
              <a:rPr lang="en-US" dirty="0" err="1"/>
              <a:t>arr.append</a:t>
            </a:r>
            <a:r>
              <a:rPr lang="en-US" dirty="0"/>
              <a:t>(50)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Deletion</a:t>
            </a:r>
          </a:p>
          <a:p>
            <a:pPr marL="0" indent="0">
              <a:buNone/>
            </a:pPr>
            <a:r>
              <a:rPr lang="en-US" dirty="0" err="1"/>
              <a:t>arr.remove</a:t>
            </a:r>
            <a:r>
              <a:rPr lang="en-US" dirty="0"/>
              <a:t>(20)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Traversal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</a:t>
            </a:r>
            <a:r>
              <a:rPr lang="en-US" dirty="0" err="1"/>
              <a:t>arr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, end=" ")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353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14A0-0755-4767-1A82-AAC8A93D1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using array Module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4D267-CA19-752E-A53A-75A7A4F93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import array</a:t>
            </a:r>
          </a:p>
          <a:p>
            <a:endParaRPr lang="en-US" dirty="0"/>
          </a:p>
          <a:p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array.array</a:t>
            </a:r>
            <a:r>
              <a:rPr lang="en-US" dirty="0"/>
              <a:t>('</a:t>
            </a:r>
            <a:r>
              <a:rPr lang="en-US" dirty="0" err="1"/>
              <a:t>i</a:t>
            </a:r>
            <a:r>
              <a:rPr lang="en-US" dirty="0"/>
              <a:t>', [1, 2, 3, 4, 5])</a:t>
            </a:r>
          </a:p>
          <a:p>
            <a:r>
              <a:rPr lang="en-US" dirty="0"/>
              <a:t>print("Original Array:", </a:t>
            </a:r>
            <a:r>
              <a:rPr lang="en-US" dirty="0" err="1"/>
              <a:t>arr.tolist</a:t>
            </a:r>
            <a:r>
              <a:rPr lang="en-US" dirty="0"/>
              <a:t>())</a:t>
            </a:r>
          </a:p>
          <a:p>
            <a:endParaRPr lang="en-US" dirty="0"/>
          </a:p>
          <a:p>
            <a:r>
              <a:rPr lang="en-US" dirty="0" err="1"/>
              <a:t>arr.append</a:t>
            </a:r>
            <a:r>
              <a:rPr lang="en-US" dirty="0"/>
              <a:t>(6)</a:t>
            </a:r>
          </a:p>
          <a:p>
            <a:r>
              <a:rPr lang="en-US" dirty="0" err="1"/>
              <a:t>arr.insert</a:t>
            </a:r>
            <a:r>
              <a:rPr lang="en-US" dirty="0"/>
              <a:t>(2, 9)</a:t>
            </a:r>
          </a:p>
          <a:p>
            <a:r>
              <a:rPr lang="en-US" dirty="0" err="1"/>
              <a:t>arr.remove</a:t>
            </a:r>
            <a:r>
              <a:rPr lang="en-US" dirty="0"/>
              <a:t>(3)</a:t>
            </a:r>
          </a:p>
          <a:p>
            <a:endParaRPr lang="en-US" dirty="0"/>
          </a:p>
          <a:p>
            <a:r>
              <a:rPr lang="en-US" dirty="0"/>
              <a:t>print("Modified Array:", </a:t>
            </a:r>
            <a:r>
              <a:rPr lang="en-US" dirty="0" err="1"/>
              <a:t>arr.tolist</a:t>
            </a:r>
            <a:r>
              <a:rPr lang="en-US" dirty="0"/>
              <a:t>())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590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E6CCFB-0F9D-ECE6-4F73-F0508F43FE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199" y="475837"/>
            <a:ext cx="9696719" cy="471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68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EBC6-ED2D-0F1B-1384-42DEC4EA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F51C0-8778-BD87-FF53-A2D18484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Summary</a:t>
            </a:r>
          </a:p>
          <a:p>
            <a:r>
              <a:rPr lang="en-US" b="1" dirty="0"/>
              <a:t>Linked List</a:t>
            </a:r>
            <a:r>
              <a:rPr lang="en-US" dirty="0"/>
              <a:t> is a linear structure made up of nodes connected via pointers.</a:t>
            </a:r>
          </a:p>
          <a:p>
            <a:r>
              <a:rPr lang="en-US" b="1" dirty="0"/>
              <a:t>Types:</a:t>
            </a:r>
            <a:r>
              <a:rPr lang="en-US" dirty="0"/>
              <a:t> Singly, Doubly, Circular, and Sorted Linked List.</a:t>
            </a:r>
          </a:p>
          <a:p>
            <a:r>
              <a:rPr lang="en-US" b="1" dirty="0"/>
              <a:t>Sorted Linked List</a:t>
            </a:r>
            <a:r>
              <a:rPr lang="en-US" dirty="0"/>
              <a:t> maintains ascending order automatically.</a:t>
            </a:r>
          </a:p>
          <a:p>
            <a:r>
              <a:rPr lang="en-US" b="1" dirty="0"/>
              <a:t>Arrays</a:t>
            </a:r>
            <a:r>
              <a:rPr lang="en-US" dirty="0"/>
              <a:t> store elements in contiguous memory with fixed size but allow faster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64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1227</Words>
  <Application>Microsoft Office PowerPoint</Application>
  <PresentationFormat>Widescreen</PresentationFormat>
  <Paragraphs>195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Linked List, its types, Sorted Linked List, and Working of Arrays</vt:lpstr>
      <vt:lpstr>Linked List and Arrays in Python</vt:lpstr>
      <vt:lpstr>2. Characteristics of Linked Lists</vt:lpstr>
      <vt:lpstr>PowerPoint Presentation</vt:lpstr>
      <vt:lpstr>PowerPoint Presentation</vt:lpstr>
      <vt:lpstr>PowerPoint Presentation</vt:lpstr>
      <vt:lpstr>Output </vt:lpstr>
      <vt:lpstr>Doubly Linked List</vt:lpstr>
      <vt:lpstr>PowerPoint Presentation</vt:lpstr>
      <vt:lpstr>PowerPoint Presentation</vt:lpstr>
      <vt:lpstr>Circular Linked List</vt:lpstr>
      <vt:lpstr>PowerPoint Presentation</vt:lpstr>
      <vt:lpstr>PowerPoint Presentation</vt:lpstr>
      <vt:lpstr>Sorted Linked List</vt:lpstr>
      <vt:lpstr>PowerPoint Presentation</vt:lpstr>
      <vt:lpstr>PowerPoint Presentation</vt:lpstr>
      <vt:lpstr>Output </vt:lpstr>
      <vt:lpstr>PowerPoint Presentation</vt:lpstr>
      <vt:lpstr>Example using Python List</vt:lpstr>
      <vt:lpstr>Example using array Module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38</cp:revision>
  <dcterms:created xsi:type="dcterms:W3CDTF">2025-10-27T06:42:54Z</dcterms:created>
  <dcterms:modified xsi:type="dcterms:W3CDTF">2025-10-27T06:52:36Z</dcterms:modified>
</cp:coreProperties>
</file>