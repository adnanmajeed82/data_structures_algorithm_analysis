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E4C27-7FC9-AFC7-FE1E-C9E2C21E2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72A94-3FC3-2E02-278A-4B155B42C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F42DC-7CBF-ADFC-5F33-25E342C39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58F-D6B9-4A70-8A4A-260D4BFCA03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890F5-CB08-6ABF-43A8-2B76938D2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5481C-B648-9830-956D-E1D31D94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A0FC-D919-4D7D-974A-E98085201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18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35783-1C0B-0F47-3D8C-BA20EA826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488EA-4A8A-12BD-F2B1-E787A5A18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CBE88-C54F-490F-673E-4E0DF6A2C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58F-D6B9-4A70-8A4A-260D4BFCA03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A77C4-16EB-3010-771C-2949454B3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F8DDD-7498-70AF-5A6B-166D3DB1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A0FC-D919-4D7D-974A-E98085201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028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12C84-CC8F-4083-5B6B-1A0FEC1DE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F860B-8CE4-62D8-C1C7-14DD40393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5C6CD-78A6-6101-8C8E-A3C6D317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58F-D6B9-4A70-8A4A-260D4BFCA03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10650-6585-08CD-8265-1AD8BF7E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11060-BDD6-8376-7889-CF65A8F67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A0FC-D919-4D7D-974A-E98085201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26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69801-95FE-FF8F-1DAC-C2905E950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FAA58-9EF4-C6A8-8E8F-C6A35E312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12F21-DD10-7FB7-82C8-27F57D4F6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08DDD-5EE9-D98A-3E19-AB9946368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58F-D6B9-4A70-8A4A-260D4BFCA03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8AD2D-B628-95E1-82B9-C32F0C6E3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ABDE0-A2DE-66BA-69E7-F0B03F5D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A0FC-D919-4D7D-974A-E98085201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82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C7381-8079-02A6-1392-986AD4E24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7D9C4-C162-98E1-B775-4B6FB3BFB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96E55-5CC8-BE35-F83C-6027CF896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2B644-0008-A2E7-F50E-C30067E9D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E3814-1E9F-CA68-6F08-56F63D90B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3701A-50BD-850B-BD91-96130BD7F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58F-D6B9-4A70-8A4A-260D4BFCA03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9866E3-A45D-FE75-4C0E-84727270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DF7650-8C3F-4FCA-0EB8-75398A0C8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A0FC-D919-4D7D-974A-E98085201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54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972DF-3F4B-2B66-7ED5-E8C3B7547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1B3E9-C337-DC98-99B7-8F8A4BD6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58F-D6B9-4A70-8A4A-260D4BFCA03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E8592-89EB-8561-3632-C761C7A6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89272-3C51-185C-39EA-170AC2052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A0FC-D919-4D7D-974A-E98085201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11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903D72-644D-0036-6177-E258EA568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58F-D6B9-4A70-8A4A-260D4BFCA03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9C1AAE-CAE5-059E-DD60-CC518B849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1BC73-85D7-44A1-D228-437D3A3A7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A0FC-D919-4D7D-974A-E98085201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857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0B6DD-A750-DA8D-4FA9-9718B2DC6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AD106-6BD7-A747-FFF8-A866B83CC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00FD7-D8AF-C001-A97F-D33833B4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DD1EC-B11A-4DE5-609E-23BDD073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58F-D6B9-4A70-8A4A-260D4BFCA03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D5ED7-7AD2-E643-C8F9-DDA7550B2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D6444-408A-C02D-117A-23B6FC635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A0FC-D919-4D7D-974A-E98085201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D787-565D-5999-1816-21016C0C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DEEAD2-A11A-AA33-C14B-7CE7F0CA3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ADCB5-71EF-9CA8-82C5-DD822A048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3770F-8AE2-7F6D-9446-99762835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58F-D6B9-4A70-8A4A-260D4BFCA03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19791-16DC-A794-D6B0-EBDB9BDD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A8FD7-3F8B-80A8-2ED6-EAA46EFA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A0FC-D919-4D7D-974A-E98085201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95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81A61-3E60-FD7E-CB6D-DF11348A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CBC2D1-9935-160D-2374-2135D0FC7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32ADC-3F46-AA0A-A054-C75B3CA9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58F-D6B9-4A70-8A4A-260D4BFCA03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804B8-E23B-A11D-29F8-2C45CBE11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9FFF6-AFCB-B455-69B5-16236F49E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A0FC-D919-4D7D-974A-E98085201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72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327E5D-2ED3-BA9F-4056-CC157AE64D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4593-7175-66E9-9C6C-FEF32FC0D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B73CF-D54B-2AC3-141A-28B3C8D6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58F-D6B9-4A70-8A4A-260D4BFCA03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200D4-AF1B-F245-EC44-3440DA24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B1141-5B60-3951-4910-46031E63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A0FC-D919-4D7D-974A-E98085201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7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645A21-D737-8C9F-E62C-E765BF7F0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F5E52-FEBB-2A68-FB6D-C01F1D4D7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59EC8-2EE5-CFA9-C96B-05CC0658F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4358F-D6B9-4A70-8A4A-260D4BFCA03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F28D1-C56F-FA68-EED3-FADB19836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12B54-30D3-6C20-6986-1153737C6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4A0FC-D919-4D7D-974A-E98085201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88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7EB9B-3C9F-AE46-D381-8543F52DE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2261"/>
            <a:ext cx="9144000" cy="2115878"/>
          </a:xfrm>
        </p:spPr>
        <p:txBody>
          <a:bodyPr/>
          <a:lstStyle/>
          <a:p>
            <a:r>
              <a:rPr lang="en-US" dirty="0"/>
              <a:t>Pigeonhole Principle using Hashing &amp; Indexing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C53E3-86CF-815B-D3EF-AB7F2B71A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828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Course: Data Structures &amp; Algorithms</a:t>
            </a:r>
          </a:p>
          <a:p>
            <a:r>
              <a:rPr lang="en-US" dirty="0"/>
              <a:t>Semester: BSIT – 3rd Semester University: Leads University, Lahore </a:t>
            </a:r>
          </a:p>
          <a:p>
            <a:r>
              <a:rPr lang="en-US" dirty="0"/>
              <a:t>Instructor: Sir Adnan Majeed</a:t>
            </a:r>
          </a:p>
          <a:p>
            <a:r>
              <a:rPr lang="en-US" dirty="0"/>
              <a:t>Topic: Implementation of Pigeonhole Principle using Hashing &amp; Indexing</a:t>
            </a:r>
          </a:p>
          <a:p>
            <a:r>
              <a:rPr lang="en-US" dirty="0"/>
              <a:t> (with Python OOP)</a:t>
            </a:r>
          </a:p>
        </p:txBody>
      </p:sp>
    </p:spTree>
    <p:extLst>
      <p:ext uri="{BB962C8B-B14F-4D97-AF65-F5344CB8AC3E}">
        <p14:creationId xmlns:p14="http://schemas.microsoft.com/office/powerpoint/2010/main" val="2274329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BC45E-CDE2-04A4-6AAA-AAFFCD691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Theoretical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3D3B6-14B6-C900-C413-FC511BC84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The </a:t>
            </a:r>
            <a:r>
              <a:rPr lang="en-US" b="1" dirty="0"/>
              <a:t>Pigeonhole Principle</a:t>
            </a:r>
            <a:r>
              <a:rPr lang="en-US" dirty="0"/>
              <a:t> states that:</a:t>
            </a:r>
          </a:p>
          <a:p>
            <a:r>
              <a:rPr lang="en-US" i="1" dirty="0"/>
              <a:t>If n items are placed into m containers and n &gt; m, then at least one container must contain more than one item.</a:t>
            </a:r>
            <a:endParaRPr lang="en-US" dirty="0"/>
          </a:p>
          <a:p>
            <a:r>
              <a:rPr lang="en-US" dirty="0"/>
              <a:t>In computer science, this principle is often applied through </a:t>
            </a:r>
            <a:r>
              <a:rPr lang="en-US" b="1" dirty="0"/>
              <a:t>hashing and indexing</a:t>
            </a:r>
            <a:r>
              <a:rPr lang="en-US" dirty="0"/>
              <a:t> — where data elements (pigeons) are mapped into storage locations (holes or buckets).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035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9A10E-49C6-37CE-815E-2809D34B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06723-A240-C2FB-D3D8-557F9431F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Pigeons 🕊️ → represent data elements</a:t>
            </a:r>
          </a:p>
          <a:p>
            <a:r>
              <a:rPr lang="en-US" dirty="0"/>
              <a:t>Holes 🕳️ → represent storage locations or indexes</a:t>
            </a:r>
          </a:p>
          <a:p>
            <a:r>
              <a:rPr lang="en-US" dirty="0"/>
              <a:t>Hash Function → determines which hole each pigeon belongs to</a:t>
            </a:r>
          </a:p>
          <a:p>
            <a:r>
              <a:rPr lang="en-US" dirty="0"/>
              <a:t>Indexing → allows efficient access to each pigeonhole</a:t>
            </a:r>
          </a:p>
        </p:txBody>
      </p:sp>
    </p:spTree>
    <p:extLst>
      <p:ext uri="{BB962C8B-B14F-4D97-AF65-F5344CB8AC3E}">
        <p14:creationId xmlns:p14="http://schemas.microsoft.com/office/powerpoint/2010/main" val="3508089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378F4-5B52-95E7-094B-525F8C0ED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with Hashing &amp;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F3B17-5F93-037A-75C0-3ED33C141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	        Description</a:t>
            </a:r>
          </a:p>
          <a:p>
            <a:r>
              <a:rPr lang="en-US" dirty="0"/>
              <a:t>Hash Function	Calculates the index (hole number) for each pigeon.</a:t>
            </a:r>
          </a:p>
          <a:p>
            <a:r>
              <a:rPr lang="en-US" dirty="0"/>
              <a:t>Indexing	      Provides direct access to each pigeonhole.</a:t>
            </a:r>
          </a:p>
          <a:p>
            <a:r>
              <a:rPr lang="en-US" dirty="0"/>
              <a:t>Collision	    Occurs when more than one pigeon hashes to the same hole.</a:t>
            </a:r>
          </a:p>
          <a:p>
            <a:r>
              <a:rPr lang="en-US" dirty="0"/>
              <a:t>Chaining	Storing multiple pigeons in the same hole (like a list).</a:t>
            </a:r>
          </a:p>
        </p:txBody>
      </p:sp>
    </p:spTree>
    <p:extLst>
      <p:ext uri="{BB962C8B-B14F-4D97-AF65-F5344CB8AC3E}">
        <p14:creationId xmlns:p14="http://schemas.microsoft.com/office/powerpoint/2010/main" val="395178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DCB84-803B-F316-9CE3-AC5337135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F363F5-BB30-0CE1-9C29-86F4127F27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Example Hash Function: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US" i="1"/>
                      <m:t> 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where k is the pigeon ID and m is the total number of holes.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F363F5-BB30-0CE1-9C29-86F4127F2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56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7C8F-DB9B-2CC4-3CCD-5B5238DD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 (Step-by-Step)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FB265-621D-05B8-723D-F3D43372E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Algorithm:</a:t>
            </a:r>
            <a:r>
              <a:rPr lang="en-US" dirty="0"/>
              <a:t> </a:t>
            </a:r>
            <a:r>
              <a:rPr lang="en-US" i="1" dirty="0" err="1"/>
              <a:t>Pigeonhole_Hashing</a:t>
            </a:r>
            <a:r>
              <a:rPr lang="en-US" i="1" dirty="0"/>
              <a:t>()</a:t>
            </a:r>
            <a:br>
              <a:rPr lang="en-US" dirty="0"/>
            </a:br>
            <a:r>
              <a:rPr lang="en-US" b="1" dirty="0"/>
              <a:t>Input:</a:t>
            </a:r>
            <a:r>
              <a:rPr lang="en-US" dirty="0"/>
              <a:t> Number of holes m, number of pigeons n</a:t>
            </a:r>
            <a:br>
              <a:rPr lang="en-US" dirty="0"/>
            </a:br>
            <a:r>
              <a:rPr lang="en-US" b="1" dirty="0"/>
              <a:t>Output:</a:t>
            </a:r>
            <a:r>
              <a:rPr lang="en-US" dirty="0"/>
              <a:t> Pigeons distributed and returned to holes</a:t>
            </a:r>
          </a:p>
          <a:p>
            <a:r>
              <a:rPr lang="en-US" b="1" dirty="0"/>
              <a:t>Steps:</a:t>
            </a:r>
            <a:endParaRPr lang="en-US" dirty="0"/>
          </a:p>
          <a:p>
            <a:r>
              <a:rPr lang="en-US" dirty="0"/>
              <a:t>Initialize m pigeonholes, each with a capacity of 3 pigeons.</a:t>
            </a:r>
          </a:p>
          <a:p>
            <a:r>
              <a:rPr lang="en-US" dirty="0"/>
              <a:t>For each pigeon Pi, compute hash index:</a:t>
            </a:r>
            <a:br>
              <a:rPr lang="en-US" dirty="0"/>
            </a:br>
            <a:r>
              <a:rPr lang="en-US" dirty="0"/>
              <a:t>→ index = Pi.id % m</a:t>
            </a:r>
          </a:p>
          <a:p>
            <a:r>
              <a:rPr lang="en-US" dirty="0"/>
              <a:t>Insert pigeon Pi into hole index.</a:t>
            </a:r>
          </a:p>
          <a:p>
            <a:r>
              <a:rPr lang="en-US" dirty="0"/>
              <a:t>If hole is full, print message “Hole Full”.</a:t>
            </a:r>
          </a:p>
          <a:p>
            <a:r>
              <a:rPr lang="en-US" dirty="0"/>
              <a:t>When all pigeons are placed, release them one by one (fly).</a:t>
            </a:r>
          </a:p>
          <a:p>
            <a:r>
              <a:rPr lang="en-US" dirty="0"/>
              <a:t>Simulate pigeons returning to their original holes.</a:t>
            </a:r>
          </a:p>
          <a:p>
            <a:r>
              <a:rPr lang="en-US" dirty="0"/>
              <a:t>Display final hole status.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316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35382-FB73-7756-A6CC-7BBB4AED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Diagrammatic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65F5A-4F57-7865-0C35-6F076A722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[ Hole 0 ] → P3, P6, P9</a:t>
            </a:r>
          </a:p>
          <a:p>
            <a:r>
              <a:rPr lang="en-US" dirty="0"/>
              <a:t>     [ Hole 1 ] → P1, P4, P7</a:t>
            </a:r>
          </a:p>
          <a:p>
            <a:r>
              <a:rPr lang="en-US" dirty="0"/>
              <a:t>     [ Hole 2 ] → P2, P5, P8</a:t>
            </a:r>
          </a:p>
        </p:txBody>
      </p:sp>
    </p:spTree>
    <p:extLst>
      <p:ext uri="{BB962C8B-B14F-4D97-AF65-F5344CB8AC3E}">
        <p14:creationId xmlns:p14="http://schemas.microsoft.com/office/powerpoint/2010/main" val="3121325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E1F36-FBD6-229D-C726-CF64D35F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4B51-9887-B0DF-E105-261398450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Hash function used: h(k) = k % 3</a:t>
            </a:r>
          </a:p>
          <a:p>
            <a:r>
              <a:rPr lang="en-US" dirty="0"/>
              <a:t>Each hole holds 3 pigeons → Pigeonhole Principle satisfied.</a:t>
            </a:r>
          </a:p>
        </p:txBody>
      </p:sp>
    </p:spTree>
    <p:extLst>
      <p:ext uri="{BB962C8B-B14F-4D97-AF65-F5344CB8AC3E}">
        <p14:creationId xmlns:p14="http://schemas.microsoft.com/office/powerpoint/2010/main" val="2357641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F4E15-D04A-EB84-03E6-57FC167E2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OOP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F1966-83A2-9040-C9D7-787D0ED20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import time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Pigeon: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</a:t>
            </a:r>
            <a:r>
              <a:rPr lang="en-US" dirty="0" err="1"/>
              <a:t>pigeon_id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    self.id = </a:t>
            </a:r>
            <a:r>
              <a:rPr lang="en-US" dirty="0" err="1"/>
              <a:t>pigeon_id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fly(self):</a:t>
            </a:r>
          </a:p>
          <a:p>
            <a:pPr marL="0" indent="0">
              <a:buNone/>
            </a:pPr>
            <a:r>
              <a:rPr lang="en-US" dirty="0"/>
              <a:t>        print(f"🕊️  Pigeon {self.id} is flying...")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</a:t>
            </a:r>
            <a:r>
              <a:rPr lang="en-US" dirty="0" err="1"/>
              <a:t>return_to_hole</a:t>
            </a:r>
            <a:r>
              <a:rPr lang="en-US" dirty="0"/>
              <a:t>(self, </a:t>
            </a:r>
            <a:r>
              <a:rPr lang="en-US" dirty="0" err="1"/>
              <a:t>hole_id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    print(f"↩️  Pigeon {self.id} returned to hole {</a:t>
            </a:r>
            <a:r>
              <a:rPr lang="en-US" dirty="0" err="1"/>
              <a:t>hole_id</a:t>
            </a:r>
            <a:r>
              <a:rPr lang="en-US" dirty="0"/>
              <a:t>}.")</a:t>
            </a:r>
          </a:p>
        </p:txBody>
      </p:sp>
    </p:spTree>
    <p:extLst>
      <p:ext uri="{BB962C8B-B14F-4D97-AF65-F5344CB8AC3E}">
        <p14:creationId xmlns:p14="http://schemas.microsoft.com/office/powerpoint/2010/main" val="3643123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6E73-F727-D888-2AAD-E3419B341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20645-39AE-7F03-2F87-CEBA832ED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PigeonHole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</a:t>
            </a:r>
            <a:r>
              <a:rPr lang="en-US" dirty="0" err="1"/>
              <a:t>hole_id</a:t>
            </a:r>
            <a:r>
              <a:rPr lang="en-US" dirty="0"/>
              <a:t>, capacity=3):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self.hole_id</a:t>
            </a:r>
            <a:r>
              <a:rPr lang="en-US" dirty="0"/>
              <a:t> = </a:t>
            </a:r>
            <a:r>
              <a:rPr lang="en-US" dirty="0" err="1"/>
              <a:t>hole_id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self.capacity</a:t>
            </a:r>
            <a:r>
              <a:rPr lang="en-US" dirty="0"/>
              <a:t> = capacity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self.pigeons</a:t>
            </a:r>
            <a:r>
              <a:rPr lang="en-US" dirty="0"/>
              <a:t> = []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</a:t>
            </a:r>
            <a:r>
              <a:rPr lang="en-US" dirty="0" err="1"/>
              <a:t>add_pigeon</a:t>
            </a:r>
            <a:r>
              <a:rPr lang="en-US" dirty="0"/>
              <a:t>(self, pigeon):</a:t>
            </a:r>
          </a:p>
          <a:p>
            <a:pPr marL="0" indent="0">
              <a:buNone/>
            </a:pPr>
            <a:r>
              <a:rPr lang="en-US" dirty="0"/>
              <a:t>        if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self.pigeons</a:t>
            </a:r>
            <a:r>
              <a:rPr lang="en-US" dirty="0"/>
              <a:t>) &lt; </a:t>
            </a:r>
            <a:r>
              <a:rPr lang="en-US" dirty="0" err="1"/>
              <a:t>self.capacity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self.pigeons.append</a:t>
            </a:r>
            <a:r>
              <a:rPr lang="en-US" dirty="0"/>
              <a:t>(pigeon)</a:t>
            </a:r>
          </a:p>
          <a:p>
            <a:pPr marL="0" indent="0">
              <a:buNone/>
            </a:pPr>
            <a:r>
              <a:rPr lang="en-US" dirty="0"/>
              <a:t>            print(f"✅ Pigeon {pigeon.id} placed in Hole {</a:t>
            </a:r>
            <a:r>
              <a:rPr lang="en-US" dirty="0" err="1"/>
              <a:t>self.hole_id</a:t>
            </a:r>
            <a:r>
              <a:rPr lang="en-US" dirty="0"/>
              <a:t>}")</a:t>
            </a:r>
          </a:p>
          <a:p>
            <a:pPr marL="0" indent="0">
              <a:buNone/>
            </a:pPr>
            <a:r>
              <a:rPr lang="en-US" dirty="0"/>
              <a:t>        else:</a:t>
            </a:r>
          </a:p>
          <a:p>
            <a:pPr marL="0" indent="0">
              <a:buNone/>
            </a:pPr>
            <a:r>
              <a:rPr lang="en-US" dirty="0"/>
              <a:t>            print(f"⚠️ Hole {</a:t>
            </a:r>
            <a:r>
              <a:rPr lang="en-US" dirty="0" err="1"/>
              <a:t>self.hole_id</a:t>
            </a:r>
            <a:r>
              <a:rPr lang="en-US" dirty="0"/>
              <a:t>} is full!")</a:t>
            </a:r>
          </a:p>
        </p:txBody>
      </p:sp>
    </p:spTree>
    <p:extLst>
      <p:ext uri="{BB962C8B-B14F-4D97-AF65-F5344CB8AC3E}">
        <p14:creationId xmlns:p14="http://schemas.microsoft.com/office/powerpoint/2010/main" val="3490985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3EE3D-F494-6774-152E-E436762F7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7E861-B261-CC37-027A-83E94765C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release_pigeons</a:t>
            </a:r>
            <a:r>
              <a:rPr lang="en-US" dirty="0"/>
              <a:t>(self):</a:t>
            </a:r>
          </a:p>
          <a:p>
            <a:pPr marL="0" indent="0">
              <a:buNone/>
            </a:pPr>
            <a:r>
              <a:rPr lang="en-US" dirty="0"/>
              <a:t>        for pigeon in </a:t>
            </a:r>
            <a:r>
              <a:rPr lang="en-US" dirty="0" err="1"/>
              <a:t>self.pigeons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pigeon.fly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time.sleep</a:t>
            </a:r>
            <a:r>
              <a:rPr lang="en-US" dirty="0"/>
              <a:t>(0.3)</a:t>
            </a:r>
          </a:p>
          <a:p>
            <a:pPr marL="0" indent="0">
              <a:buNone/>
            </a:pPr>
            <a:r>
              <a:rPr lang="en-US" dirty="0"/>
              <a:t>        print(f"🚪 Hole {</a:t>
            </a:r>
            <a:r>
              <a:rPr lang="en-US" dirty="0" err="1"/>
              <a:t>self.hole_id</a:t>
            </a:r>
            <a:r>
              <a:rPr lang="en-US" dirty="0"/>
              <a:t>}: all pigeons have flown away!")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</a:t>
            </a:r>
            <a:r>
              <a:rPr lang="en-US" dirty="0" err="1"/>
              <a:t>return_pigeons</a:t>
            </a:r>
            <a:r>
              <a:rPr lang="en-US" dirty="0"/>
              <a:t>(self):</a:t>
            </a:r>
          </a:p>
          <a:p>
            <a:pPr marL="0" indent="0">
              <a:buNone/>
            </a:pPr>
            <a:r>
              <a:rPr lang="en-US" dirty="0"/>
              <a:t>        for pigeon in </a:t>
            </a:r>
            <a:r>
              <a:rPr lang="en-US" dirty="0" err="1"/>
              <a:t>self.pigeons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time.sleep</a:t>
            </a:r>
            <a:r>
              <a:rPr lang="en-US" dirty="0"/>
              <a:t>(0.3)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pigeon.return_to_hole</a:t>
            </a:r>
            <a:r>
              <a:rPr lang="en-US" dirty="0"/>
              <a:t>(</a:t>
            </a:r>
            <a:r>
              <a:rPr lang="en-US" dirty="0" err="1"/>
              <a:t>self.hole_id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print(f"🏠 Hole {</a:t>
            </a:r>
            <a:r>
              <a:rPr lang="en-US" dirty="0" err="1"/>
              <a:t>self.hole_id</a:t>
            </a:r>
            <a:r>
              <a:rPr lang="en-US" dirty="0"/>
              <a:t>}: all pigeons have returned.")</a:t>
            </a:r>
          </a:p>
        </p:txBody>
      </p:sp>
    </p:spTree>
    <p:extLst>
      <p:ext uri="{BB962C8B-B14F-4D97-AF65-F5344CB8AC3E}">
        <p14:creationId xmlns:p14="http://schemas.microsoft.com/office/powerpoint/2010/main" val="1202273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E5D3-240B-F05B-298E-8B656C56A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839C8-FC7D-F957-504B-F78F1906F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PigeonholeHashTable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</a:t>
            </a:r>
            <a:r>
              <a:rPr lang="en-US" dirty="0" err="1"/>
              <a:t>num_holes</a:t>
            </a:r>
            <a:r>
              <a:rPr lang="en-US" dirty="0"/>
              <a:t>, capacity=3):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self.num_holes</a:t>
            </a:r>
            <a:r>
              <a:rPr lang="en-US" dirty="0"/>
              <a:t> = </a:t>
            </a:r>
            <a:r>
              <a:rPr lang="en-US" dirty="0" err="1"/>
              <a:t>num_holes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self.holes</a:t>
            </a:r>
            <a:r>
              <a:rPr lang="en-US" dirty="0"/>
              <a:t> = [</a:t>
            </a:r>
            <a:r>
              <a:rPr lang="en-US" dirty="0" err="1"/>
              <a:t>PigeonHole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capacity) 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num_holes</a:t>
            </a:r>
            <a:r>
              <a:rPr lang="en-US" dirty="0"/>
              <a:t>)]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</a:t>
            </a:r>
            <a:r>
              <a:rPr lang="en-US" dirty="0" err="1"/>
              <a:t>hash_function</a:t>
            </a:r>
            <a:r>
              <a:rPr lang="en-US" dirty="0"/>
              <a:t>(self, </a:t>
            </a:r>
            <a:r>
              <a:rPr lang="en-US" dirty="0" err="1"/>
              <a:t>pigeon_id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pigeon_id</a:t>
            </a:r>
            <a:r>
              <a:rPr lang="en-US" dirty="0"/>
              <a:t> % </a:t>
            </a:r>
            <a:r>
              <a:rPr lang="en-US" dirty="0" err="1"/>
              <a:t>self.num_holes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</a:t>
            </a:r>
            <a:r>
              <a:rPr lang="en-US" dirty="0" err="1"/>
              <a:t>insert_pigeon</a:t>
            </a:r>
            <a:r>
              <a:rPr lang="en-US" dirty="0"/>
              <a:t>(self, pigeon):</a:t>
            </a:r>
          </a:p>
          <a:p>
            <a:pPr marL="0" indent="0">
              <a:buNone/>
            </a:pPr>
            <a:r>
              <a:rPr lang="en-US" dirty="0"/>
              <a:t>        index = </a:t>
            </a:r>
            <a:r>
              <a:rPr lang="en-US" dirty="0" err="1"/>
              <a:t>self.hash_function</a:t>
            </a:r>
            <a:r>
              <a:rPr lang="en-US" dirty="0"/>
              <a:t>(pigeon.id)</a:t>
            </a:r>
          </a:p>
          <a:p>
            <a:pPr marL="0" indent="0">
              <a:buNone/>
            </a:pPr>
            <a:r>
              <a:rPr lang="en-US" dirty="0"/>
              <a:t>        print(f"🔢 Hash({pigeon.id}) = Hole {index}")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self.holes</a:t>
            </a:r>
            <a:r>
              <a:rPr lang="en-US" dirty="0"/>
              <a:t>[index].</a:t>
            </a:r>
            <a:r>
              <a:rPr lang="en-US" dirty="0" err="1"/>
              <a:t>add_pigeon</a:t>
            </a:r>
            <a:r>
              <a:rPr lang="en-US" dirty="0"/>
              <a:t>(pigeon)</a:t>
            </a:r>
          </a:p>
        </p:txBody>
      </p:sp>
    </p:spTree>
    <p:extLst>
      <p:ext uri="{BB962C8B-B14F-4D97-AF65-F5344CB8AC3E}">
        <p14:creationId xmlns:p14="http://schemas.microsoft.com/office/powerpoint/2010/main" val="395236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E019A-B90D-968B-84C4-41C337DF9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9E0B8-D311-2B57-9DF4-0210FDBB1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def </a:t>
            </a:r>
            <a:r>
              <a:rPr lang="en-US" dirty="0" err="1"/>
              <a:t>simulate_flight</a:t>
            </a:r>
            <a:r>
              <a:rPr lang="en-US" dirty="0"/>
              <a:t>(self):</a:t>
            </a:r>
          </a:p>
          <a:p>
            <a:pPr marL="0" indent="0">
              <a:buNone/>
            </a:pPr>
            <a:r>
              <a:rPr lang="en-US" dirty="0"/>
              <a:t>        print("\n=== 🕊️ Pigeons Flying ===")</a:t>
            </a:r>
          </a:p>
          <a:p>
            <a:pPr marL="0" indent="0">
              <a:buNone/>
            </a:pPr>
            <a:r>
              <a:rPr lang="en-US" dirty="0"/>
              <a:t>        for hole in </a:t>
            </a:r>
            <a:r>
              <a:rPr lang="en-US" dirty="0" err="1"/>
              <a:t>self.holes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hole.release_pigeons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print("\n=== ↩️ Pigeons Returning ===")</a:t>
            </a:r>
          </a:p>
          <a:p>
            <a:pPr marL="0" indent="0">
              <a:buNone/>
            </a:pPr>
            <a:r>
              <a:rPr lang="en-US" dirty="0"/>
              <a:t>        for hole in </a:t>
            </a:r>
            <a:r>
              <a:rPr lang="en-US" dirty="0" err="1"/>
              <a:t>self.holes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hole.return_pigeons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23284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6E704-12EA-7C9A-95DE-3F57427B6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B6BFE-52AA-AA29-9966-490F7E51F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if __name__ == "__main__":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num_holes</a:t>
            </a:r>
            <a:r>
              <a:rPr lang="en-US" dirty="0"/>
              <a:t> = 3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total_pigeons</a:t>
            </a:r>
            <a:r>
              <a:rPr lang="en-US" dirty="0"/>
              <a:t> = 9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pigeon_table</a:t>
            </a:r>
            <a:r>
              <a:rPr lang="en-US" dirty="0"/>
              <a:t> = </a:t>
            </a:r>
            <a:r>
              <a:rPr lang="en-US" dirty="0" err="1"/>
              <a:t>PigeonholeHashTable</a:t>
            </a:r>
            <a:r>
              <a:rPr lang="en-US" dirty="0"/>
              <a:t>(</a:t>
            </a:r>
            <a:r>
              <a:rPr lang="en-US" dirty="0" err="1"/>
              <a:t>num_holes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total_pigeons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    pigeon = Pigeon(</a:t>
            </a:r>
            <a:r>
              <a:rPr lang="en-US" dirty="0" err="1"/>
              <a:t>i</a:t>
            </a:r>
            <a:r>
              <a:rPr lang="en-US" dirty="0"/>
              <a:t> + 1)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pigeon_table.insert_pigeon</a:t>
            </a:r>
            <a:r>
              <a:rPr lang="en-US" dirty="0"/>
              <a:t>(pigeon)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pigeon_table.simulate_flight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53023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D4345-36B0-F28D-7444-58AC40283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9334"/>
          </a:xfrm>
        </p:spPr>
        <p:txBody>
          <a:bodyPr>
            <a:normAutofit fontScale="90000"/>
          </a:bodyPr>
          <a:lstStyle/>
          <a:p>
            <a:r>
              <a:rPr lang="en-US" dirty="0"/>
              <a:t>Output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8DD65-2EA9-D03F-17DF-AC3D9FF00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9370"/>
            <a:ext cx="10515600" cy="553350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🔢 Hash(1) = Hole 1</a:t>
            </a:r>
          </a:p>
          <a:p>
            <a:r>
              <a:rPr lang="en-US" dirty="0"/>
              <a:t>✅ Pigeon 1 placed in Hole 1</a:t>
            </a:r>
          </a:p>
          <a:p>
            <a:r>
              <a:rPr lang="en-US" dirty="0"/>
              <a:t>🔢 Hash(2) = Hole 2</a:t>
            </a:r>
          </a:p>
          <a:p>
            <a:r>
              <a:rPr lang="en-US" dirty="0"/>
              <a:t>✅ Pigeon 2 placed in Hole 2</a:t>
            </a:r>
          </a:p>
          <a:p>
            <a:r>
              <a:rPr lang="en-US" dirty="0"/>
              <a:t>🔢 Hash(3) = Hole 0</a:t>
            </a:r>
          </a:p>
          <a:p>
            <a:r>
              <a:rPr lang="en-US" dirty="0"/>
              <a:t>✅ Pigeon 3 placed in Hole 0</a:t>
            </a:r>
          </a:p>
          <a:p>
            <a:r>
              <a:rPr lang="en-US" dirty="0"/>
              <a:t>...</a:t>
            </a:r>
          </a:p>
          <a:p>
            <a:r>
              <a:rPr lang="en-US" dirty="0"/>
              <a:t>=== 🕊️ Pigeons Flying ===</a:t>
            </a:r>
          </a:p>
          <a:p>
            <a:r>
              <a:rPr lang="en-US" dirty="0"/>
              <a:t>🕊️  Pigeon 1 is flying...</a:t>
            </a:r>
          </a:p>
          <a:p>
            <a:r>
              <a:rPr lang="en-US" dirty="0"/>
              <a:t>🕊️  Pigeon 2 is flying...</a:t>
            </a:r>
          </a:p>
          <a:p>
            <a:r>
              <a:rPr lang="en-US" dirty="0"/>
              <a:t>🕊️  Pigeon 3 is flying...</a:t>
            </a:r>
          </a:p>
          <a:p>
            <a:r>
              <a:rPr lang="en-US" dirty="0"/>
              <a:t>🚪 Hole 0: all pigeons have flown away!</a:t>
            </a:r>
          </a:p>
          <a:p>
            <a:endParaRPr lang="en-US" dirty="0"/>
          </a:p>
          <a:p>
            <a:r>
              <a:rPr lang="en-US" dirty="0"/>
              <a:t>=== ↩️ Pigeons Returning ===</a:t>
            </a:r>
          </a:p>
          <a:p>
            <a:r>
              <a:rPr lang="en-US" dirty="0"/>
              <a:t>↩️  Pigeon 1 returned to hole 1.</a:t>
            </a:r>
          </a:p>
          <a:p>
            <a:r>
              <a:rPr lang="en-US" dirty="0"/>
              <a:t>↩️  Pigeon 2 returned to hole 2.</a:t>
            </a:r>
          </a:p>
          <a:p>
            <a:r>
              <a:rPr lang="en-US" dirty="0"/>
              <a:t>🏠 Hole 2: all pigeons have returned.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542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F3531-EC36-C510-5EAA-18F038CC5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table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F1B5BC-13F3-D8EC-CAE1-BF01E9B0DD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6067759"/>
              </p:ext>
            </p:extLst>
          </p:nvPr>
        </p:nvGraphicFramePr>
        <p:xfrm>
          <a:off x="838200" y="1933731"/>
          <a:ext cx="10515600" cy="3347722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35496560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25562550"/>
                    </a:ext>
                  </a:extLst>
                </a:gridCol>
              </a:tblGrid>
              <a:tr h="478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837441"/>
                  </a:ext>
                </a:extLst>
              </a:tr>
              <a:tr h="478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Pigeon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760933"/>
                  </a:ext>
                </a:extLst>
              </a:tr>
              <a:tr h="478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Hole (Index)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Storage location determined by hash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464705"/>
                  </a:ext>
                </a:extLst>
              </a:tr>
              <a:tr h="478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Hash Function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id % num_holes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573592"/>
                  </a:ext>
                </a:extLst>
              </a:tr>
              <a:tr h="478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Collision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Multiple pigeons in same hole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644915"/>
                  </a:ext>
                </a:extLst>
              </a:tr>
              <a:tr h="478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Capacity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 pigeons per hole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036082"/>
                  </a:ext>
                </a:extLst>
              </a:tr>
              <a:tr h="478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Concepts Used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Hashing, Indexing, Lists, Classes, 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566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208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2F82-FCB6-1F79-CB04-FA0E2164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67BBA-D000-538D-5AE0-6180F1195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studying this experiment, students will be able to:</a:t>
            </a:r>
          </a:p>
          <a:p>
            <a:r>
              <a:rPr lang="en-US" dirty="0"/>
              <a:t>Understand and simulate the </a:t>
            </a:r>
            <a:r>
              <a:rPr lang="en-US" b="1" dirty="0"/>
              <a:t>Pigeonhole Principle</a:t>
            </a:r>
            <a:r>
              <a:rPr lang="en-US" dirty="0"/>
              <a:t> in programming.</a:t>
            </a:r>
          </a:p>
          <a:p>
            <a:r>
              <a:rPr lang="en-US" dirty="0"/>
              <a:t>Implement </a:t>
            </a:r>
            <a:r>
              <a:rPr lang="en-US" b="1" dirty="0"/>
              <a:t>hashing and indexing</a:t>
            </a:r>
            <a:r>
              <a:rPr lang="en-US" dirty="0"/>
              <a:t> concepts using Python classes.</a:t>
            </a:r>
          </a:p>
          <a:p>
            <a:r>
              <a:rPr lang="en-US" dirty="0"/>
              <a:t>Model </a:t>
            </a:r>
            <a:r>
              <a:rPr lang="en-US" b="1" dirty="0"/>
              <a:t>real-world distribution problems</a:t>
            </a:r>
            <a:r>
              <a:rPr lang="en-US" dirty="0"/>
              <a:t> with data structure concepts.</a:t>
            </a:r>
          </a:p>
          <a:p>
            <a:r>
              <a:rPr lang="en-US" dirty="0"/>
              <a:t>Apply object-oriented principles to design a modular simulation.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212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91162-65EC-2508-1359-2F49D4AB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Viva Questions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06F2F1-8C08-02AF-A159-91A8746F10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901915"/>
              </p:ext>
            </p:extLst>
          </p:nvPr>
        </p:nvGraphicFramePr>
        <p:xfrm>
          <a:off x="838200" y="1858780"/>
          <a:ext cx="10515600" cy="3376952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9809562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77998703"/>
                    </a:ext>
                  </a:extLst>
                </a:gridCol>
              </a:tblGrid>
              <a:tr h="500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Expected Answer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569301"/>
                  </a:ext>
                </a:extLst>
              </a:tr>
              <a:tr h="875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What is the Pigeonhole Principle?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n &gt; m, at least one hole contains more than one pigeon.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426317"/>
                  </a:ext>
                </a:extLst>
              </a:tr>
              <a:tr h="500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data structure is used here?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Hash table with indexing (list of objects).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51478"/>
                  </a:ext>
                </a:extLst>
              </a:tr>
              <a:tr h="500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is the purpose of the hash function?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 compute hole index for each pigeon.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213014"/>
                  </a:ext>
                </a:extLst>
              </a:tr>
              <a:tr h="500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happens in case of collision?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Multiple pigeons share the same hole (chaining).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227056"/>
                  </a:ext>
                </a:extLst>
              </a:tr>
              <a:tr h="500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 many pigeons per hole in this program?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 pigeons per hole.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45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022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BB3E-959B-5B32-552C-FB4CEBBC2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A7EEC-7B15-54C5-F627-EC92B0A58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Practical Note</a:t>
            </a:r>
          </a:p>
          <a:p>
            <a:r>
              <a:rPr lang="en-US" dirty="0"/>
              <a:t>This lab demonstrates how </a:t>
            </a:r>
            <a:r>
              <a:rPr lang="en-US" b="1" dirty="0"/>
              <a:t>data distribution</a:t>
            </a:r>
            <a:r>
              <a:rPr lang="en-US" dirty="0"/>
              <a:t> and </a:t>
            </a:r>
            <a:r>
              <a:rPr lang="en-US" b="1" dirty="0"/>
              <a:t>indexing mechanisms</a:t>
            </a:r>
            <a:r>
              <a:rPr lang="en-US" dirty="0"/>
              <a:t> are used in computer systems to handle multiple data items efficiently, especially when storage is limited — aligning with the theoretical concept of the </a:t>
            </a:r>
            <a:r>
              <a:rPr lang="en-US" b="1" dirty="0"/>
              <a:t>Pigeonhole Principle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114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1280</Words>
  <Application>Microsoft Office PowerPoint</Application>
  <PresentationFormat>Widescreen</PresentationFormat>
  <Paragraphs>160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Courier New</vt:lpstr>
      <vt:lpstr>Office Theme</vt:lpstr>
      <vt:lpstr>Pigeonhole Principle using Hashing &amp; Indexing</vt:lpstr>
      <vt:lpstr>Theoretical Overview</vt:lpstr>
      <vt:lpstr>Real-World Analogy</vt:lpstr>
      <vt:lpstr>Relation with Hashing &amp; Indexing</vt:lpstr>
      <vt:lpstr>PowerPoint Presentation</vt:lpstr>
      <vt:lpstr>Algorithm (Step-by-Step) </vt:lpstr>
      <vt:lpstr>Diagrammatic Representation</vt:lpstr>
      <vt:lpstr>PowerPoint Presentation</vt:lpstr>
      <vt:lpstr>Python OOP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 </vt:lpstr>
      <vt:lpstr>Summary table </vt:lpstr>
      <vt:lpstr>Key Learning Outcomes</vt:lpstr>
      <vt:lpstr>Viva 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37</cp:revision>
  <dcterms:created xsi:type="dcterms:W3CDTF">2025-11-04T17:08:21Z</dcterms:created>
  <dcterms:modified xsi:type="dcterms:W3CDTF">2025-11-04T18:08:43Z</dcterms:modified>
</cp:coreProperties>
</file>