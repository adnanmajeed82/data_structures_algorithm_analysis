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676F9-67DA-5317-37AE-4E34F3330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A4AD5-6C38-D3CA-A269-BD259325D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F4AC8-35A8-9BAE-F002-C82B6937C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F494-9E5D-4B9F-824A-3763AD35381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9D6FF-F628-1440-DBB9-024E4F2F1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1FEC9-7200-96F8-0991-A6C417121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B0CFE-4138-4334-9E81-ED040AFA8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68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3B90-7894-5143-D043-B615CDA55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493E4-2BB5-05E8-08F7-7A7E95B94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BCC54-9D87-AA85-64FB-918DDF64D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F494-9E5D-4B9F-824A-3763AD35381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43A1F-0850-DAF8-26E1-0DB54C65F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A64B6-D904-B186-41E6-22F393161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B0CFE-4138-4334-9E81-ED040AFA8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83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E744-848C-8E41-02DE-20672E558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BC15F-A422-89FE-1A44-14C817E52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D215F-956E-544D-5136-11718A81E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F494-9E5D-4B9F-824A-3763AD35381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60302-1521-9527-F39A-E9D0ACDC0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AD5D-4009-3051-9ACB-95DB00AF7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B0CFE-4138-4334-9E81-ED040AFA8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811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91EA2-C697-7A21-3507-C7C67095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A93B9-4738-058E-ECD4-730B9D45D2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5E0C1C-C86E-93F5-99BC-BCE940EC9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E6F50-6489-514C-848A-E96568A5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F494-9E5D-4B9F-824A-3763AD35381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3F535-4F00-030C-78CD-EC0410B65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20C05-B095-82EB-2FEB-CB93D3160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B0CFE-4138-4334-9E81-ED040AFA8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71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24B1E-134D-1BED-12D2-2E9A1D1F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16421-DB13-371B-70C3-A07D62DC7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16C90-E787-DA17-2572-8308B636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08AB96-8C38-CF74-2EFE-0A6FEE50EF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A05FA1-BCF5-4F3B-D7AA-012E18CE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6C14D4-40D8-6799-E592-F61CA9BAC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F494-9E5D-4B9F-824A-3763AD35381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7535A-A8DA-07DF-0EB5-B83681DB7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F4E9BD-6809-1C2E-9D70-71193D78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B0CFE-4138-4334-9E81-ED040AFA8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647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BCFB2-9914-1C72-84D8-315E7DF7C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AD12E1-3266-6A3A-2AC5-171C9ADE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F494-9E5D-4B9F-824A-3763AD35381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D8A4D8-3A7A-8EAD-1E98-6531FF1B7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6404F-FB86-E849-95BC-DEC665E1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B0CFE-4138-4334-9E81-ED040AFA8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0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98B6D9-453B-C997-D724-CCDA8F922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F494-9E5D-4B9F-824A-3763AD35381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959438-8188-8A29-0A0E-B3DFCB42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DAFA4-466E-CAC3-1B5A-0327C13A8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B0CFE-4138-4334-9E81-ED040AFA8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28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2184D-7C72-8DDD-E984-B8CDAF302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78C1A-F34A-9092-0F0F-5EB93A39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9B7C6-1E2B-A035-CA8B-2D49FDC30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8723D-E288-328B-46B3-3D86800A3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F494-9E5D-4B9F-824A-3763AD35381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51E07-8F12-7BFA-331B-39BF7F4E2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DAB61-F5EC-16F9-38E9-889D5D61E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B0CFE-4138-4334-9E81-ED040AFA8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55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7A80-EAE4-1667-105A-4B770D5E2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8DC410-BBAD-AD23-BD1E-A996D07811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6207F-A2C2-E734-DDA2-670726431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73A03-2CD9-EFED-295A-24896CD03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F494-9E5D-4B9F-824A-3763AD35381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D6D58-0D66-51BB-085C-D92755B79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F300E-75C6-080E-2AA0-BA1A59470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B0CFE-4138-4334-9E81-ED040AFA8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20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16FC-05BE-9E7D-C44F-4A7FC07DC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D6981-80E8-6680-6D51-091EABF6C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64AA2-EA99-ADBF-7291-3C86374D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F494-9E5D-4B9F-824A-3763AD35381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6A142-8647-89BE-E5F9-0BB83374D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F0020-4821-ED7B-B5D2-AE79494B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B0CFE-4138-4334-9E81-ED040AFA8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42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7B8717-908B-1B84-C8E0-B9250C6DD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296587-D40F-39EA-6BE6-6612CDA12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1CAA2-8EA9-C707-2CC3-C194EF744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F494-9E5D-4B9F-824A-3763AD35381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2E7C6-49AF-94C3-938B-7517CE31B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B281D-1A56-9087-97EA-2BBB94FE5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B0CFE-4138-4334-9E81-ED040AFA8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3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104E8C-738A-879B-0DA2-67C20EC41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A9714-A808-1175-0183-72DB26DA6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AA6BB-2922-DE48-1979-70F4C180C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2F494-9E5D-4B9F-824A-3763AD35381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648ED-0992-2D76-C50A-630DCA05A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EF67-9AD9-2783-7BEB-71BACF9CB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B0CFE-4138-4334-9E81-ED040AFA8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6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925EE-8B6C-F35B-7772-9BB933ECEC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 , SORT,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2E762-66F4-35CC-E167-E586531A17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STRUCTURES </a:t>
            </a:r>
          </a:p>
          <a:p>
            <a:r>
              <a:rPr lang="en-US" dirty="0"/>
              <a:t>ADNAN MAJEED </a:t>
            </a:r>
          </a:p>
        </p:txBody>
      </p:sp>
    </p:spTree>
    <p:extLst>
      <p:ext uri="{BB962C8B-B14F-4D97-AF65-F5344CB8AC3E}">
        <p14:creationId xmlns:p14="http://schemas.microsoft.com/office/powerpoint/2010/main" val="719805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A084-9A8A-500A-D00F-C47FC020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ARRAY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5393A-584B-5B9B-1181-C539D62DF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arr</a:t>
            </a:r>
            <a:r>
              <a:rPr lang="en-US" dirty="0"/>
              <a:t>=[41,2,23,4,5,6,47,8,9]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arr</a:t>
            </a:r>
            <a:r>
              <a:rPr lang="en-US" dirty="0"/>
              <a:t>[3])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111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D93F9-574A-3BEE-625E-84771A8BD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SORT, SEARCH ARRAY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D40B7-106D-7169-096C-FB2F395B1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arr.sort</a:t>
            </a:r>
            <a:r>
              <a:rPr lang="en-US" dirty="0"/>
              <a:t>()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print('sorted array', 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target=47</a:t>
            </a:r>
          </a:p>
          <a:p>
            <a:pPr marL="0" indent="0">
              <a:buNone/>
            </a:pPr>
            <a:r>
              <a:rPr lang="en-US" dirty="0"/>
              <a:t>if target in </a:t>
            </a:r>
            <a:r>
              <a:rPr lang="en-US" dirty="0" err="1"/>
              <a:t>arr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    print(f"{target} found at index:", </a:t>
            </a:r>
            <a:r>
              <a:rPr lang="en-US" dirty="0" err="1"/>
              <a:t>arr.index</a:t>
            </a:r>
            <a:r>
              <a:rPr lang="en-US" dirty="0"/>
              <a:t>(target))</a:t>
            </a:r>
          </a:p>
          <a:p>
            <a:pPr marL="0" indent="0">
              <a:buNone/>
            </a:pPr>
            <a:r>
              <a:rPr lang="en-US" dirty="0"/>
              <a:t>else:</a:t>
            </a:r>
          </a:p>
          <a:p>
            <a:pPr marL="0" indent="0">
              <a:buNone/>
            </a:pPr>
            <a:r>
              <a:rPr lang="en-US" dirty="0"/>
              <a:t>    print(f"{target} not found in array")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911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4</TotalTime>
  <Words>83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ARRAY , SORT, SEARCH</vt:lpstr>
      <vt:lpstr>SIMPLE ARRAY </vt:lpstr>
      <vt:lpstr>SORT, SEARCH ARRAY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4</cp:revision>
  <dcterms:created xsi:type="dcterms:W3CDTF">2025-08-25T06:01:46Z</dcterms:created>
  <dcterms:modified xsi:type="dcterms:W3CDTF">2025-08-25T06:06:17Z</dcterms:modified>
</cp:coreProperties>
</file>