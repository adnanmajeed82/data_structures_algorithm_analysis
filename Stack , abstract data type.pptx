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C96B-D205-BF9B-7C42-A218D6C93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B9CF7A-77BA-0FBA-BAB1-E79A024BA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A6A61-9F37-78BD-AB5F-DC24C2517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91B9-FA7E-4868-B759-E6AEF188D34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59983-C68E-49DB-89F2-89748543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EF0D9-4816-9392-46E3-2C666F18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78ECE-C646-457E-ADBA-183A5963E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21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A000E-DB4C-B0F7-88E8-681F45D12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A402D-919E-411C-F1C0-C63714659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0B14D-FCA3-0C5D-29E2-3DEC532FC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91B9-FA7E-4868-B759-E6AEF188D34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2032B-0771-F40D-8459-C141B13D4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F3F70-B919-3DE4-C5FF-9F10531B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78ECE-C646-457E-ADBA-183A5963E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71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5F18-9B69-8CA4-F47F-5202ED21E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95CED-C4ED-84FA-0E18-FCC1E2EA3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3D71D-38C0-3A25-B637-A2ABEA29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91B9-FA7E-4868-B759-E6AEF188D34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D469D-8088-6997-38B1-53C1BBA5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DB62A-4787-BDA2-9011-362E6511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78ECE-C646-457E-ADBA-183A5963E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38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45BFB-1A9A-A2AA-6F0B-7440A2B7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87110-F8F2-F9CA-0DA5-AC0AD3CCB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DB652-8CDB-FDC3-D4B7-74FD7CCCA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D4840-5A0D-09F3-E1BC-CBB7FD84A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91B9-FA7E-4868-B759-E6AEF188D34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0D78C-3D19-6FE9-5E3F-C2F9C16B1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EEEF0-8671-0075-F5E2-C8EC6A76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78ECE-C646-457E-ADBA-183A5963E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4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22EB3-C4BC-1FEC-8360-05A89E3A6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D3F4A-AFBC-3680-F913-90EC5A032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600C1-D282-51A5-F31F-398644311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232763-AAAB-4574-DD7C-5A26FC3DD2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DBB46D-4806-E1C7-0C63-7A2919FD8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2FCE8D-192D-D1B4-797C-D321CC61F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91B9-FA7E-4868-B759-E6AEF188D34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3A55B1-9B43-01FB-DF00-575767BC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8E0E31-EFAC-1FAF-D9EC-7C003EB3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78ECE-C646-457E-ADBA-183A5963E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70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C6614-10B8-E5B0-7BA8-0D7A09A0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E51673-1DAB-9EBB-6EC4-78C0E6FB4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91B9-FA7E-4868-B759-E6AEF188D34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4B6F3-6CA7-7E5B-A314-27292B280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552A8-7E16-C8D7-3E24-93365DD99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78ECE-C646-457E-ADBA-183A5963E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84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416B16-EAE1-7311-082A-3639FC18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91B9-FA7E-4868-B759-E6AEF188D34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9FA4F-7871-D225-DBC1-BA1044EA9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B60C1-0F66-6237-F6F9-23F222838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78ECE-C646-457E-ADBA-183A5963E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40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3904-3B0D-5690-B3FC-3086FCC4F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D985D-D217-B0DA-485A-3D34FFA71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986556-442A-CB5F-80AD-4DBE39567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3B95F-1B48-0169-DF37-1A33E9D0B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91B9-FA7E-4868-B759-E6AEF188D34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B7AC8-0711-2BFC-2BBD-965C2D02A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18F59-952B-8AC7-A2A2-7ACB963E4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78ECE-C646-457E-ADBA-183A5963E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61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EB759-8740-B4D6-044B-622C464D6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54DDC-18ED-751E-811D-27E6BCA9C0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E5A2A-4674-9C02-4E38-ED80E3A3C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0119D-F4A2-7A15-B9C7-9F76EEA7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91B9-FA7E-4868-B759-E6AEF188D34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C7965-5738-D11A-B842-552A23ED1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0CA9B-555B-E5F9-0527-2BFDEE46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78ECE-C646-457E-ADBA-183A5963E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627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5B2D0-434B-8020-C847-ECA5EF8A1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2052C-D1B1-9638-9366-0523778F22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9A405-BEDB-E34C-06AE-75A464AC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91B9-FA7E-4868-B759-E6AEF188D34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43132-2AB8-132F-CCEB-3E6B13E87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8561D-2680-12B1-5EAE-C9CCBC50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78ECE-C646-457E-ADBA-183A5963E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B45805-7876-4288-69DB-EB95E7C84D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B6834-1DF1-D054-70B8-1618FFE36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054B2-1269-C2FB-4DA1-EB89330C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791B9-FA7E-4868-B759-E6AEF188D34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D36AF-FA2A-60AE-1314-BA12634FD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BD4D9-5D05-75CB-83F7-57E17E3BF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78ECE-C646-457E-ADBA-183A5963E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1E7A8F-CEEA-FD0C-1D72-12C6AEEBB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86137-5751-108A-701A-EA9F4E68A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B0B55-472D-5AE1-E97C-977FFD27E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791B9-FA7E-4868-B759-E6AEF188D343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1D201-3398-7AEB-DA41-0443FABC9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4F6EB-71B8-8FC0-8388-6858DE5062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78ECE-C646-457E-ADBA-183A5963E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4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6E7E7-988A-C8E4-4761-AA68D39E85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Stack , abstract data type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B50D5-FB69-DE6C-AC4D-227825E783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Adnan Majeed</a:t>
            </a:r>
          </a:p>
        </p:txBody>
      </p:sp>
    </p:spTree>
    <p:extLst>
      <p:ext uri="{BB962C8B-B14F-4D97-AF65-F5344CB8AC3E}">
        <p14:creationId xmlns:p14="http://schemas.microsoft.com/office/powerpoint/2010/main" val="94558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06F91-FFCF-3700-2C99-567D811D5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9784"/>
            <a:ext cx="10515600" cy="60710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stack = []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Push</a:t>
            </a:r>
          </a:p>
          <a:p>
            <a:pPr marL="0" indent="0">
              <a:buNone/>
            </a:pPr>
            <a:r>
              <a:rPr lang="en-US" dirty="0" err="1"/>
              <a:t>stack.append</a:t>
            </a:r>
            <a:r>
              <a:rPr lang="en-US" dirty="0"/>
              <a:t>(10)</a:t>
            </a:r>
          </a:p>
          <a:p>
            <a:pPr marL="0" indent="0">
              <a:buNone/>
            </a:pPr>
            <a:r>
              <a:rPr lang="en-US" dirty="0" err="1"/>
              <a:t>stack.append</a:t>
            </a:r>
            <a:r>
              <a:rPr lang="en-US" dirty="0"/>
              <a:t>(20)</a:t>
            </a:r>
          </a:p>
          <a:p>
            <a:pPr marL="0" indent="0">
              <a:buNone/>
            </a:pPr>
            <a:r>
              <a:rPr lang="en-US" dirty="0" err="1"/>
              <a:t>stack.append</a:t>
            </a:r>
            <a:r>
              <a:rPr lang="en-US" dirty="0"/>
              <a:t>(30)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Peek</a:t>
            </a:r>
          </a:p>
          <a:p>
            <a:pPr marL="0" indent="0">
              <a:buNone/>
            </a:pPr>
            <a:r>
              <a:rPr lang="en-US" dirty="0"/>
              <a:t>print("Top element:", stack[-1])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Pop</a:t>
            </a:r>
          </a:p>
          <a:p>
            <a:pPr marL="0" indent="0">
              <a:buNone/>
            </a:pPr>
            <a:r>
              <a:rPr lang="en-US" dirty="0"/>
              <a:t>print("Popped:", </a:t>
            </a:r>
            <a:r>
              <a:rPr lang="en-US" dirty="0" err="1"/>
              <a:t>stack.pop</a:t>
            </a:r>
            <a:r>
              <a:rPr lang="en-US" dirty="0"/>
              <a:t>())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print("Final Stack:", stack)</a:t>
            </a:r>
          </a:p>
        </p:txBody>
      </p:sp>
    </p:spTree>
    <p:extLst>
      <p:ext uri="{BB962C8B-B14F-4D97-AF65-F5344CB8AC3E}">
        <p14:creationId xmlns:p14="http://schemas.microsoft.com/office/powerpoint/2010/main" val="3720780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FB109-A960-1105-059A-FB4786B9F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5B6E3-4BE7-4814-4129-325A39D16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from collections import deque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Queue ADT using deque</a:t>
            </a:r>
          </a:p>
          <a:p>
            <a:pPr marL="0" indent="0">
              <a:buNone/>
            </a:pPr>
            <a:r>
              <a:rPr lang="en-US" dirty="0"/>
              <a:t>queue = deque()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Enqueue - people entering the queue</a:t>
            </a:r>
          </a:p>
          <a:p>
            <a:pPr marL="0" indent="0">
              <a:buNone/>
            </a:pPr>
            <a:r>
              <a:rPr lang="en-US" dirty="0" err="1"/>
              <a:t>queue.append</a:t>
            </a:r>
            <a:r>
              <a:rPr lang="en-US" dirty="0"/>
              <a:t>("Ali")</a:t>
            </a:r>
          </a:p>
          <a:p>
            <a:pPr marL="0" indent="0">
              <a:buNone/>
            </a:pPr>
            <a:r>
              <a:rPr lang="en-US" dirty="0" err="1"/>
              <a:t>queue.append</a:t>
            </a:r>
            <a:r>
              <a:rPr lang="en-US" dirty="0"/>
              <a:t>("Sara")</a:t>
            </a:r>
          </a:p>
          <a:p>
            <a:pPr marL="0" indent="0">
              <a:buNone/>
            </a:pPr>
            <a:r>
              <a:rPr lang="en-US" dirty="0" err="1"/>
              <a:t>queue.append</a:t>
            </a:r>
            <a:r>
              <a:rPr lang="en-US" dirty="0"/>
              <a:t>("Ahmed")</a:t>
            </a:r>
          </a:p>
          <a:p>
            <a:pPr marL="0" indent="0">
              <a:buNone/>
            </a:pPr>
            <a:r>
              <a:rPr lang="en-US" dirty="0"/>
              <a:t>print("Queue after people joined:", queue)</a:t>
            </a:r>
          </a:p>
        </p:txBody>
      </p:sp>
    </p:spTree>
    <p:extLst>
      <p:ext uri="{BB962C8B-B14F-4D97-AF65-F5344CB8AC3E}">
        <p14:creationId xmlns:p14="http://schemas.microsoft.com/office/powerpoint/2010/main" val="1065472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08BA7-DE1C-311B-750A-D4C593BCA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</a:t>
            </a:r>
            <a:r>
              <a:rPr lang="en-US" dirty="0"/>
              <a:t> 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65CE8-C3FC-0FB4-1DD1-4DEE87E02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1778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# Dequeue - serving first person</a:t>
            </a:r>
          </a:p>
          <a:p>
            <a:pPr marL="0" indent="0">
              <a:buNone/>
            </a:pPr>
            <a:r>
              <a:rPr lang="en-US" dirty="0"/>
              <a:t>served = </a:t>
            </a:r>
            <a:r>
              <a:rPr lang="en-US" dirty="0" err="1"/>
              <a:t>queue.popleft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f"Served</a:t>
            </a:r>
            <a:r>
              <a:rPr lang="en-US" dirty="0"/>
              <a:t>: {served}")</a:t>
            </a:r>
          </a:p>
          <a:p>
            <a:pPr marL="0" indent="0">
              <a:buNone/>
            </a:pPr>
            <a:r>
              <a:rPr lang="en-US" dirty="0"/>
              <a:t>print("Queue after serving one person:", queue)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Another person joins</a:t>
            </a:r>
          </a:p>
          <a:p>
            <a:pPr marL="0" indent="0">
              <a:buNone/>
            </a:pPr>
            <a:r>
              <a:rPr lang="en-US" dirty="0" err="1"/>
              <a:t>queue.append</a:t>
            </a:r>
            <a:r>
              <a:rPr lang="en-US" dirty="0"/>
              <a:t>("Zara")</a:t>
            </a:r>
          </a:p>
          <a:p>
            <a:pPr marL="0" indent="0">
              <a:buNone/>
            </a:pPr>
            <a:r>
              <a:rPr lang="en-US" dirty="0"/>
              <a:t>print("Queue after Zara joined:", queue)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Serving next</a:t>
            </a:r>
          </a:p>
          <a:p>
            <a:pPr marL="0" indent="0">
              <a:buNone/>
            </a:pPr>
            <a:r>
              <a:rPr lang="en-US" dirty="0"/>
              <a:t>served = </a:t>
            </a:r>
            <a:r>
              <a:rPr lang="en-US" dirty="0" err="1"/>
              <a:t>queue.popleft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f"Served</a:t>
            </a:r>
            <a:r>
              <a:rPr lang="en-US" dirty="0"/>
              <a:t>: {served}")</a:t>
            </a:r>
          </a:p>
          <a:p>
            <a:pPr marL="0" indent="0">
              <a:buNone/>
            </a:pPr>
            <a:r>
              <a:rPr lang="en-US" dirty="0"/>
              <a:t>print("Final Queue:", queue)</a:t>
            </a:r>
          </a:p>
        </p:txBody>
      </p:sp>
    </p:spTree>
    <p:extLst>
      <p:ext uri="{BB962C8B-B14F-4D97-AF65-F5344CB8AC3E}">
        <p14:creationId xmlns:p14="http://schemas.microsoft.com/office/powerpoint/2010/main" val="365524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74BFD-4715-139C-1C76-2961DCB34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DB36754-4EBC-0444-9FFD-E8062D6DBB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8121" y="1835620"/>
            <a:ext cx="923519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Queue after people joined: deque(['Ali', 'Sara', 'Ahmed’])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Served: Ali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Queue after serving one person: deque(['Sara', 'Ahmed’])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Queue after Zara joined: deque(['Sara', 'Ahmed', 'Zara’])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Served: Sara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Final Queue: deque(['Ahmed', 'Zara'])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761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241</Words>
  <Application>Microsoft Office PowerPoint</Application>
  <PresentationFormat>Widescreen</PresentationFormat>
  <Paragraphs>49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Unicode MS</vt:lpstr>
      <vt:lpstr>Calibri</vt:lpstr>
      <vt:lpstr>Calibri Light</vt:lpstr>
      <vt:lpstr>Office Theme</vt:lpstr>
      <vt:lpstr>Stack , abstract data type</vt:lpstr>
      <vt:lpstr>PowerPoint Presentation</vt:lpstr>
      <vt:lpstr>Example 2</vt:lpstr>
      <vt:lpstr>Cont ….</vt:lpstr>
      <vt:lpstr>output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9</cp:revision>
  <dcterms:created xsi:type="dcterms:W3CDTF">2025-08-26T09:17:13Z</dcterms:created>
  <dcterms:modified xsi:type="dcterms:W3CDTF">2025-08-26T09:21:48Z</dcterms:modified>
</cp:coreProperties>
</file>