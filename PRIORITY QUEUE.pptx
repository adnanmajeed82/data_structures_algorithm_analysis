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7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2628D-5184-4FE6-BAB2-419A1674D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0AEC7-DAD3-533C-CB9A-61687798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53E77-7BEE-F438-BAB9-7AD24FDC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F06B-C510-4918-A04A-F6B66BFEE38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79AF7-ABA1-A34A-18DF-25CE4A253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CB9D-440A-4CF3-D4E5-D1270D175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80A61-D82E-431A-A3E3-E629B75A3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025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6D612-AF68-41DB-A8AF-871689A1B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87242-20F6-7B00-04EC-D64982494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0F965-37F2-2E59-666B-BD5DA1B37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F06B-C510-4918-A04A-F6B66BFEE38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BC570-792B-5666-3833-F768A818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72373-FA80-3115-B9DF-D1BD2329F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80A61-D82E-431A-A3E3-E629B75A3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63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CE2F6-BA76-469A-411D-2F09851A9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2875D-ADE4-894A-832B-8EE5D14A9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7CF1E-24A9-5E7A-D7B2-10D2C1009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F06B-C510-4918-A04A-F6B66BFEE38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0B24A-B805-D0C1-AE85-BD52CF33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FACCE-DD73-17FF-741F-3E62E3909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80A61-D82E-431A-A3E3-E629B75A3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4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E86DD-683A-B0AB-67DC-6B07C31E6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EA4A4-6C95-65B4-320E-C2581CBFFD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8758A5-495D-050F-BA2A-90F39EF1B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48A72-E25D-BB9B-77F2-EAF220867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F06B-C510-4918-A04A-F6B66BFEE38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83458-511D-2B86-F925-0BA32B477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00721-A2E3-7C26-E447-B94C622CA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80A61-D82E-431A-A3E3-E629B75A3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20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0E740-A9FC-78CE-0FD4-0F566C6BB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1C6C1-B965-D859-2037-6E2D46B61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923C74-2E69-EEB6-6F56-15DDE94A5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0C28AA-DDB7-B64F-9D02-B00CEDF34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F1A2B4-225A-002C-560F-9AB017E18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6D2CF-BFB5-0463-FF62-1DDC560BE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F06B-C510-4918-A04A-F6B66BFEE38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5EB15-FF08-EF36-8E0D-04B729950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E113F8-6FF7-600A-0F5F-77852A0A2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80A61-D82E-431A-A3E3-E629B75A3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865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5DA7-8257-CA74-9F9F-739B36AC3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EF9E2D-453D-6B5C-D784-EFF3441FC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F06B-C510-4918-A04A-F6B66BFEE38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836D6C-DEC3-EA4F-9EA7-BF4CEAE2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C21C8-1FD2-DB58-59D4-54A13C1D7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80A61-D82E-431A-A3E3-E629B75A3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012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D1377C-F3BC-B0F8-4D6E-6B24B6712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F06B-C510-4918-A04A-F6B66BFEE38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F9D0AC-900D-FB5C-25EE-2D19A3505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38116-077D-A2DC-D6AA-5039928C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80A61-D82E-431A-A3E3-E629B75A3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03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AA9D6-ECE0-CCEF-783E-F890C43FC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9B119-DEA1-9951-D9C0-A5C16C001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8C1AD4-1333-38B4-3AB5-EEECFFEA8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46093-CFA4-AC49-4DF6-2DEAF7EF9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F06B-C510-4918-A04A-F6B66BFEE38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51A18E-EAD9-E671-5C22-569DDDF2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04B11-90B3-F493-6375-031032BB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80A61-D82E-431A-A3E3-E629B75A3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823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E1440-07DB-5939-F6AA-1B8BC6A5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E92430-B17C-E621-FCB5-C4C804B43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F8308-CEDB-8057-D673-7AB87FF6B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4A438-DCCA-BB2E-4336-75BB39BCF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F06B-C510-4918-A04A-F6B66BFEE38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DF6BA-E980-E9EE-1CB4-5A803CA29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FF466-74BA-230A-902F-904E25948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80A61-D82E-431A-A3E3-E629B75A3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0022C-9170-6A8C-7A02-A37EAB46D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181B2-B963-AD38-1B60-5D19BE302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450CC-4D83-7226-7F73-BD74A95D2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F06B-C510-4918-A04A-F6B66BFEE38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6CD79-6DD6-DE82-DEA2-25FE390A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DDC55-A9DA-5614-CEA0-369C6167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80A61-D82E-431A-A3E3-E629B75A3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3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55D828-0E4C-2406-3115-7E98A7A5C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1ABEC2-1AE3-915F-2F33-2BA50498E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94A50-EE5E-1166-A263-2A6C941D5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5F06B-C510-4918-A04A-F6B66BFEE38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AA4E2-3C66-48CA-1F30-28EF1B44D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BB3D6-0122-5FEE-F120-D7CAD67FE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80A61-D82E-431A-A3E3-E629B75A3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11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DA7F6-CD6D-DD86-1EE8-C90672045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BBB0F-EB35-2BAA-B681-1110E1986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1622B-07F2-623F-CEA3-3CA912D10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5F06B-C510-4918-A04A-F6B66BFEE387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7C33E-F741-1AFF-8FC1-B8229E66C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D5D4D-6AF9-C9DC-1218-C94906B1D8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80A61-D82E-431A-A3E3-E629B75A3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319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388D-2C06-B784-E264-9FCCE14375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PRIORITY QUEUE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BDFF5-D8C9-E5CB-57EA-52F3DB363B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ADNAN MAJEED </a:t>
            </a:r>
          </a:p>
        </p:txBody>
      </p:sp>
    </p:spTree>
    <p:extLst>
      <p:ext uri="{BB962C8B-B14F-4D97-AF65-F5344CB8AC3E}">
        <p14:creationId xmlns:p14="http://schemas.microsoft.com/office/powerpoint/2010/main" val="2462723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179C4-1CDF-1F01-BFDA-72EB9F377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1B199-59AB-5AC1-F47C-4EB7E792A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Priority Queue</a:t>
            </a:r>
            <a:r>
              <a:rPr lang="en-US" dirty="0"/>
              <a:t> is an </a:t>
            </a:r>
            <a:r>
              <a:rPr lang="en-US" b="1" dirty="0"/>
              <a:t>Abstract Data Type (ADT)</a:t>
            </a:r>
            <a:r>
              <a:rPr lang="en-US" dirty="0"/>
              <a:t> similar to a normal queue, but </a:t>
            </a:r>
            <a:r>
              <a:rPr lang="en-US" b="1" dirty="0"/>
              <a:t>each element has a priority</a:t>
            </a:r>
            <a:r>
              <a:rPr lang="en-US" dirty="0"/>
              <a:t>.</a:t>
            </a:r>
          </a:p>
          <a:p>
            <a:r>
              <a:rPr lang="en-US" dirty="0"/>
              <a:t>Instead of serving elements on a </a:t>
            </a:r>
            <a:r>
              <a:rPr lang="en-US" b="1" dirty="0"/>
              <a:t>First-In-First-Out (FIFO)</a:t>
            </a:r>
            <a:r>
              <a:rPr lang="en-US" dirty="0"/>
              <a:t> basis, the element with the </a:t>
            </a:r>
            <a:r>
              <a:rPr lang="en-US" b="1" dirty="0"/>
              <a:t>highest priority</a:t>
            </a:r>
            <a:r>
              <a:rPr lang="en-US" dirty="0"/>
              <a:t> is served first.</a:t>
            </a:r>
          </a:p>
          <a:p>
            <a:r>
              <a:rPr lang="en-US" dirty="0"/>
              <a:t>If two elements have the same priority, they are served in the order they were added.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447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C452-3053-A171-0EFA-F5DC7EECB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54497-CE2D-5BC2-F6F9-83DB68CAB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Elements with priority</a:t>
            </a:r>
            <a:r>
              <a:rPr lang="en-US" dirty="0"/>
              <a:t> → Each item has a value and an associated priority number.</a:t>
            </a:r>
          </a:p>
          <a:p>
            <a:r>
              <a:rPr lang="en-US" b="1" dirty="0"/>
              <a:t>Order of processing</a:t>
            </a:r>
            <a:r>
              <a:rPr lang="en-US" dirty="0"/>
              <a:t> → The item with the </a:t>
            </a:r>
            <a:r>
              <a:rPr lang="en-US" b="1" dirty="0"/>
              <a:t>highest priority</a:t>
            </a:r>
            <a:r>
              <a:rPr lang="en-US" dirty="0"/>
              <a:t> (lowest number, if using min-heap) is processed first.</a:t>
            </a:r>
          </a:p>
          <a:p>
            <a:r>
              <a:rPr lang="en-US" b="1" dirty="0"/>
              <a:t>Flexible implementation</a:t>
            </a:r>
            <a:r>
              <a:rPr lang="en-US" dirty="0"/>
              <a:t> → Can be implemented using arrays, linked lists, heaps, or built-in libraries.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048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A1E7B-2CFA-04C2-656C-7C28B1B1D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Operations on a Priority Queue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1F4B3-B243-3C3F-76F4-B0E71565D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Insert (enqueue)</a:t>
            </a:r>
            <a:endParaRPr lang="en-US" dirty="0"/>
          </a:p>
          <a:p>
            <a:pPr lvl="1"/>
            <a:r>
              <a:rPr lang="en-US" dirty="0"/>
              <a:t>Add an element with a priority.</a:t>
            </a:r>
          </a:p>
          <a:p>
            <a:pPr lvl="1"/>
            <a:r>
              <a:rPr lang="en-US" dirty="0"/>
              <a:t>Example: (priority=1, task="Pay Bills")</a:t>
            </a:r>
          </a:p>
          <a:p>
            <a:r>
              <a:rPr lang="en-US" b="1" dirty="0"/>
              <a:t>Remove (dequeue)</a:t>
            </a:r>
            <a:endParaRPr lang="en-US" dirty="0"/>
          </a:p>
          <a:p>
            <a:pPr lvl="1"/>
            <a:r>
              <a:rPr lang="en-US" dirty="0"/>
              <a:t>Remove and return the element with the </a:t>
            </a:r>
            <a:r>
              <a:rPr lang="en-US" b="1" dirty="0"/>
              <a:t>highest priority</a:t>
            </a:r>
            <a:r>
              <a:rPr lang="en-US" dirty="0"/>
              <a:t>.</a:t>
            </a:r>
          </a:p>
          <a:p>
            <a:r>
              <a:rPr lang="en-US" b="1" dirty="0"/>
              <a:t>Peek / Front</a:t>
            </a:r>
            <a:endParaRPr lang="en-US" dirty="0"/>
          </a:p>
          <a:p>
            <a:pPr lvl="1"/>
            <a:r>
              <a:rPr lang="en-US" dirty="0"/>
              <a:t>View the element with the </a:t>
            </a:r>
            <a:r>
              <a:rPr lang="en-US" b="1" dirty="0"/>
              <a:t>highest priority</a:t>
            </a:r>
            <a:r>
              <a:rPr lang="en-US" dirty="0"/>
              <a:t> without removing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296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0C11B-25EF-435F-E1C6-8C3890E78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88713-98FE-062F-A06D-68DC0F2F3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Unsorted Array/List</a:t>
            </a:r>
            <a:endParaRPr lang="en-US" dirty="0"/>
          </a:p>
          <a:p>
            <a:pPr lvl="1"/>
            <a:r>
              <a:rPr lang="en-US" dirty="0"/>
              <a:t>Insertion → O(1)</a:t>
            </a:r>
          </a:p>
          <a:p>
            <a:pPr lvl="1"/>
            <a:r>
              <a:rPr lang="en-US" dirty="0"/>
              <a:t>Deletion (find highest priority) → O(n)</a:t>
            </a:r>
          </a:p>
          <a:p>
            <a:r>
              <a:rPr lang="en-US" b="1" dirty="0"/>
              <a:t>Sorted Array/List</a:t>
            </a:r>
            <a:endParaRPr lang="en-US" dirty="0"/>
          </a:p>
          <a:p>
            <a:pPr lvl="1"/>
            <a:r>
              <a:rPr lang="en-US" dirty="0"/>
              <a:t>Insertion (insert in sorted order) → O(n)</a:t>
            </a:r>
          </a:p>
          <a:p>
            <a:pPr lvl="1"/>
            <a:r>
              <a:rPr lang="en-US" dirty="0"/>
              <a:t>Deletion (remove highest priority) → O(1)</a:t>
            </a:r>
          </a:p>
          <a:p>
            <a:r>
              <a:rPr lang="en-US" b="1" dirty="0"/>
              <a:t>Heap (Binary Heap)</a:t>
            </a:r>
            <a:endParaRPr lang="en-US" dirty="0"/>
          </a:p>
          <a:p>
            <a:pPr lvl="1"/>
            <a:r>
              <a:rPr lang="en-US" dirty="0"/>
              <a:t>Insertion → O(log n)</a:t>
            </a:r>
          </a:p>
          <a:p>
            <a:pPr lvl="1"/>
            <a:r>
              <a:rPr lang="en-US" dirty="0"/>
              <a:t>Deletion (remove min/max) → O(log n)</a:t>
            </a:r>
          </a:p>
          <a:p>
            <a:pPr lvl="1"/>
            <a:r>
              <a:rPr lang="en-US" b="1" dirty="0"/>
              <a:t>Most efficient and commonly used.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746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F9F3F-C0CE-3154-5CD7-8A33950A3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Real-World Examples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FC1E0-5674-8933-C638-97B22181A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Hospital Emergency Room</a:t>
            </a:r>
            <a:r>
              <a:rPr lang="en-US" dirty="0"/>
              <a:t> → Critical patients treated before normal patients.</a:t>
            </a:r>
          </a:p>
          <a:p>
            <a:r>
              <a:rPr lang="en-US" b="1" dirty="0"/>
              <a:t>CPU Scheduling</a:t>
            </a:r>
            <a:r>
              <a:rPr lang="en-US" dirty="0"/>
              <a:t> → Operating system schedules processes based on priority.</a:t>
            </a:r>
          </a:p>
          <a:p>
            <a:r>
              <a:rPr lang="en-US" b="1" dirty="0"/>
              <a:t>Printer Queue</a:t>
            </a:r>
            <a:r>
              <a:rPr lang="en-US" dirty="0"/>
              <a:t> → Urgent documents can jump ahead in the queue.</a:t>
            </a:r>
          </a:p>
          <a:p>
            <a:r>
              <a:rPr lang="en-US" b="1" dirty="0"/>
              <a:t>Networking (Packets)</a:t>
            </a:r>
            <a:r>
              <a:rPr lang="en-US" dirty="0"/>
              <a:t> → Important packets transmitted first.</a:t>
            </a:r>
          </a:p>
          <a:p>
            <a:r>
              <a:rPr lang="en-US" b="1" dirty="0"/>
              <a:t>Event Simulation</a:t>
            </a:r>
            <a:r>
              <a:rPr lang="en-US" dirty="0"/>
              <a:t> → Future events scheduled by priority (time of occurrence).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898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50F8A-932E-F1CD-4EC5-043460C5E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9784"/>
            <a:ext cx="10515600" cy="608600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heapq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EmergencyRoom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self.queue</a:t>
            </a:r>
            <a:r>
              <a:rPr lang="en-US" dirty="0"/>
              <a:t> = []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def </a:t>
            </a:r>
            <a:r>
              <a:rPr lang="en-US" dirty="0" err="1"/>
              <a:t>add_patient</a:t>
            </a:r>
            <a:r>
              <a:rPr lang="en-US" dirty="0"/>
              <a:t>(self, priority, name):</a:t>
            </a:r>
          </a:p>
          <a:p>
            <a:pPr marL="0" indent="0">
              <a:buNone/>
            </a:pPr>
            <a:r>
              <a:rPr lang="en-US" dirty="0"/>
              <a:t>        """Add a patient with priority level"""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heapq.heappush</a:t>
            </a:r>
            <a:r>
              <a:rPr lang="en-US" dirty="0"/>
              <a:t>(</a:t>
            </a:r>
            <a:r>
              <a:rPr lang="en-US" dirty="0" err="1"/>
              <a:t>self.queue</a:t>
            </a:r>
            <a:r>
              <a:rPr lang="en-US" dirty="0"/>
              <a:t>, (priority, name))</a:t>
            </a:r>
          </a:p>
          <a:p>
            <a:pPr marL="0" indent="0">
              <a:buNone/>
            </a:pPr>
            <a:r>
              <a:rPr lang="en-US" dirty="0"/>
              <a:t>        print(</a:t>
            </a:r>
            <a:r>
              <a:rPr lang="en-US" dirty="0" err="1"/>
              <a:t>f"Patient</a:t>
            </a:r>
            <a:r>
              <a:rPr lang="en-US" dirty="0"/>
              <a:t> {name} (Priority {priority}) added to queue.")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def </a:t>
            </a:r>
            <a:r>
              <a:rPr lang="en-US" dirty="0" err="1"/>
              <a:t>treat_patient</a:t>
            </a:r>
            <a:r>
              <a:rPr lang="en-US" dirty="0"/>
              <a:t>(self):</a:t>
            </a:r>
          </a:p>
          <a:p>
            <a:pPr marL="0" indent="0">
              <a:buNone/>
            </a:pPr>
            <a:r>
              <a:rPr lang="en-US" dirty="0"/>
              <a:t>        """Treat patient with highest priority (lowest number)"""</a:t>
            </a:r>
          </a:p>
          <a:p>
            <a:pPr marL="0" indent="0">
              <a:buNone/>
            </a:pPr>
            <a:r>
              <a:rPr lang="en-US" dirty="0"/>
              <a:t>        if </a:t>
            </a:r>
            <a:r>
              <a:rPr lang="en-US" dirty="0" err="1"/>
              <a:t>self.queue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priority, name = </a:t>
            </a:r>
            <a:r>
              <a:rPr lang="en-US" dirty="0" err="1"/>
              <a:t>heapq.heappop</a:t>
            </a:r>
            <a:r>
              <a:rPr lang="en-US" dirty="0"/>
              <a:t>(</a:t>
            </a:r>
            <a:r>
              <a:rPr lang="en-US" dirty="0" err="1"/>
              <a:t>self.queue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    print(</a:t>
            </a:r>
            <a:r>
              <a:rPr lang="en-US" dirty="0" err="1"/>
              <a:t>f"Treating</a:t>
            </a:r>
            <a:r>
              <a:rPr lang="en-US" dirty="0"/>
              <a:t> patient: {name} (Priority {priority})")</a:t>
            </a:r>
          </a:p>
          <a:p>
            <a:pPr marL="0" indent="0">
              <a:buNone/>
            </a:pPr>
            <a:r>
              <a:rPr lang="en-US" dirty="0"/>
              <a:t>        else:</a:t>
            </a:r>
          </a:p>
          <a:p>
            <a:pPr marL="0" indent="0">
              <a:buNone/>
            </a:pPr>
            <a:r>
              <a:rPr lang="en-US" dirty="0"/>
              <a:t>            print("No patients waiting!")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792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81129-E8C5-94E6-B95B-D025309CE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4754"/>
            <a:ext cx="10515600" cy="580220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# Example usage</a:t>
            </a:r>
          </a:p>
          <a:p>
            <a:pPr marL="0" indent="0">
              <a:buNone/>
            </a:pPr>
            <a:r>
              <a:rPr lang="en-US" dirty="0"/>
              <a:t>er = </a:t>
            </a:r>
            <a:r>
              <a:rPr lang="en-US" dirty="0" err="1"/>
              <a:t>EmergencyRoom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Adding patients</a:t>
            </a:r>
          </a:p>
          <a:p>
            <a:pPr marL="0" indent="0">
              <a:buNone/>
            </a:pPr>
            <a:r>
              <a:rPr lang="en-US" dirty="0" err="1"/>
              <a:t>er.add_patient</a:t>
            </a:r>
            <a:r>
              <a:rPr lang="en-US" dirty="0"/>
              <a:t>(3, "Ali (Normal)")</a:t>
            </a:r>
          </a:p>
          <a:p>
            <a:pPr marL="0" indent="0">
              <a:buNone/>
            </a:pPr>
            <a:r>
              <a:rPr lang="en-US" dirty="0" err="1"/>
              <a:t>er.add_patient</a:t>
            </a:r>
            <a:r>
              <a:rPr lang="en-US" dirty="0"/>
              <a:t>(1, "Sara (Critical)")</a:t>
            </a:r>
          </a:p>
          <a:p>
            <a:pPr marL="0" indent="0">
              <a:buNone/>
            </a:pPr>
            <a:r>
              <a:rPr lang="en-US" dirty="0" err="1"/>
              <a:t>er.add_patient</a:t>
            </a:r>
            <a:r>
              <a:rPr lang="en-US" dirty="0"/>
              <a:t>(2, "Ahmed (Serious)")</a:t>
            </a:r>
          </a:p>
          <a:p>
            <a:pPr marL="0" indent="0">
              <a:buNone/>
            </a:pPr>
            <a:r>
              <a:rPr lang="en-US" dirty="0" err="1"/>
              <a:t>er.add_patient</a:t>
            </a:r>
            <a:r>
              <a:rPr lang="en-US" dirty="0"/>
              <a:t>(1, "Zara (Critical)")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print("\n--- Starting Treatment ---")</a:t>
            </a:r>
          </a:p>
          <a:p>
            <a:pPr marL="0" indent="0">
              <a:buNone/>
            </a:pPr>
            <a:r>
              <a:rPr lang="en-US" dirty="0"/>
              <a:t># Treat patients in priority order</a:t>
            </a:r>
          </a:p>
          <a:p>
            <a:pPr marL="0" indent="0">
              <a:buNone/>
            </a:pPr>
            <a:r>
              <a:rPr lang="en-US" dirty="0" err="1"/>
              <a:t>er.treat_patient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er.treat_patient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er.treat_patient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er.treat_patient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583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7E8AD-FC82-63B5-1248-1373583C2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of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23E33-CCAF-CA9E-F63B-F2F4F198E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Patient Ali (Normal) (Priority 3) added to queue.</a:t>
            </a:r>
          </a:p>
          <a:p>
            <a:pPr marL="0" indent="0">
              <a:buNone/>
            </a:pPr>
            <a:r>
              <a:rPr lang="en-US" dirty="0"/>
              <a:t>Patient Sara (Critical) (Priority 1) added to queue.</a:t>
            </a:r>
          </a:p>
          <a:p>
            <a:pPr marL="0" indent="0">
              <a:buNone/>
            </a:pPr>
            <a:r>
              <a:rPr lang="en-US" dirty="0"/>
              <a:t>Patient Ahmed (Serious) (Priority 2) added to queue.</a:t>
            </a:r>
          </a:p>
          <a:p>
            <a:pPr marL="0" indent="0">
              <a:buNone/>
            </a:pPr>
            <a:r>
              <a:rPr lang="en-US" dirty="0"/>
              <a:t>Patient Zara (Critical) (Priority 1) added to queue.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--- Starting Treatment ---</a:t>
            </a:r>
          </a:p>
          <a:p>
            <a:pPr marL="0" indent="0">
              <a:buNone/>
            </a:pPr>
            <a:r>
              <a:rPr lang="en-US" dirty="0"/>
              <a:t>Treating patient: Sara (Critical) (Priority 1)</a:t>
            </a:r>
          </a:p>
          <a:p>
            <a:pPr marL="0" indent="0">
              <a:buNone/>
            </a:pPr>
            <a:r>
              <a:rPr lang="en-US" dirty="0"/>
              <a:t>Treating patient: Zara (Critical) (Priority 1)</a:t>
            </a:r>
          </a:p>
          <a:p>
            <a:pPr marL="0" indent="0">
              <a:buNone/>
            </a:pPr>
            <a:r>
              <a:rPr lang="en-US" dirty="0"/>
              <a:t>Treating patient: Ahmed (Serious) (Priority 2)</a:t>
            </a:r>
          </a:p>
          <a:p>
            <a:pPr marL="0" indent="0">
              <a:buNone/>
            </a:pPr>
            <a:r>
              <a:rPr lang="en-US" dirty="0"/>
              <a:t>Treating patient: Ali (Normal) (Priority 3)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222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B79DC-E43E-34B8-90E5-BFFA04CF9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9725"/>
            <a:ext cx="10515600" cy="57572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heapq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PriorityQueue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def __</a:t>
            </a:r>
            <a:r>
              <a:rPr lang="en-US" dirty="0" err="1"/>
              <a:t>init</a:t>
            </a:r>
            <a:r>
              <a:rPr lang="en-US" dirty="0"/>
              <a:t>__(self):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self.queue</a:t>
            </a:r>
            <a:r>
              <a:rPr lang="en-US" dirty="0"/>
              <a:t> = []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def push(self, priority, item):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heapq.heappush</a:t>
            </a:r>
            <a:r>
              <a:rPr lang="en-US" dirty="0"/>
              <a:t>(</a:t>
            </a:r>
            <a:r>
              <a:rPr lang="en-US" dirty="0" err="1"/>
              <a:t>self.queue</a:t>
            </a:r>
            <a:r>
              <a:rPr lang="en-US" dirty="0"/>
              <a:t>, (priority, item))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def pop(self):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heapq.heappop</a:t>
            </a:r>
            <a:r>
              <a:rPr lang="en-US" dirty="0"/>
              <a:t>(</a:t>
            </a:r>
            <a:r>
              <a:rPr lang="en-US" dirty="0" err="1"/>
              <a:t>self.queue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Example usage</a:t>
            </a:r>
          </a:p>
          <a:p>
            <a:pPr marL="0" indent="0">
              <a:buNone/>
            </a:pPr>
            <a:r>
              <a:rPr lang="en-US" dirty="0" err="1"/>
              <a:t>pq</a:t>
            </a:r>
            <a:r>
              <a:rPr lang="en-US" dirty="0"/>
              <a:t> = </a:t>
            </a:r>
            <a:r>
              <a:rPr lang="en-US" dirty="0" err="1"/>
              <a:t>PriorityQueue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pq.push</a:t>
            </a:r>
            <a:r>
              <a:rPr lang="en-US" dirty="0"/>
              <a:t>(2, "Task B")</a:t>
            </a:r>
          </a:p>
          <a:p>
            <a:pPr marL="0" indent="0">
              <a:buNone/>
            </a:pPr>
            <a:r>
              <a:rPr lang="en-US" dirty="0" err="1"/>
              <a:t>pq.push</a:t>
            </a:r>
            <a:r>
              <a:rPr lang="en-US" dirty="0"/>
              <a:t>(1, "Task A")</a:t>
            </a:r>
          </a:p>
          <a:p>
            <a:pPr marL="0" indent="0">
              <a:buNone/>
            </a:pPr>
            <a:r>
              <a:rPr lang="en-US" dirty="0" err="1"/>
              <a:t>pq.push</a:t>
            </a:r>
            <a:r>
              <a:rPr lang="en-US" dirty="0"/>
              <a:t>(3, "Task C")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while </a:t>
            </a:r>
            <a:r>
              <a:rPr lang="en-US" dirty="0" err="1"/>
              <a:t>pq.queue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priority, task = </a:t>
            </a:r>
            <a:r>
              <a:rPr lang="en-US" dirty="0" err="1"/>
              <a:t>pq.pop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    print(</a:t>
            </a:r>
            <a:r>
              <a:rPr lang="en-US" dirty="0" err="1"/>
              <a:t>f"Priority</a:t>
            </a:r>
            <a:r>
              <a:rPr lang="en-US" dirty="0"/>
              <a:t> {priority} → {task}")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327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2E1E5-FA6E-EEC7-902C-3E156AA6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of code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2A7AC-0537-65E2-9AF8-75F113C3F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Priority 1 → Task A</a:t>
            </a:r>
          </a:p>
          <a:p>
            <a:pPr marL="0" indent="0">
              <a:buNone/>
            </a:pPr>
            <a:r>
              <a:rPr lang="en-US" dirty="0"/>
              <a:t>Priority 2 → Task B</a:t>
            </a:r>
          </a:p>
          <a:p>
            <a:pPr marL="0" indent="0">
              <a:buNone/>
            </a:pPr>
            <a:r>
              <a:rPr lang="en-US" dirty="0"/>
              <a:t>Priority 3 → Task C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639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807</Words>
  <Application>Microsoft Office PowerPoint</Application>
  <PresentationFormat>Widescreen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PRIORITY QUEUE </vt:lpstr>
      <vt:lpstr>Introduction </vt:lpstr>
      <vt:lpstr>Characteristics </vt:lpstr>
      <vt:lpstr>Operations on a Priority Queue </vt:lpstr>
      <vt:lpstr>Implementations </vt:lpstr>
      <vt:lpstr>Real-World Examples </vt:lpstr>
      <vt:lpstr>PowerPoint Presentation</vt:lpstr>
      <vt:lpstr>PowerPoint Presentation</vt:lpstr>
      <vt:lpstr>Output of code </vt:lpstr>
      <vt:lpstr>PowerPoint Presentation</vt:lpstr>
      <vt:lpstr>Output of code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15</cp:revision>
  <dcterms:created xsi:type="dcterms:W3CDTF">2025-08-29T10:17:43Z</dcterms:created>
  <dcterms:modified xsi:type="dcterms:W3CDTF">2025-08-29T10:30:30Z</dcterms:modified>
</cp:coreProperties>
</file>