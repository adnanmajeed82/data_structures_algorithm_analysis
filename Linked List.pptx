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18A2-784E-FF82-4108-4BE7B80C4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5F3D3-35B3-0374-3C84-676CBD555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31D73-A4E1-D5A7-420E-C0A5F77E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A17B9-77DD-A6EF-6962-6F0B0810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EBA81-C516-ADB7-5019-5CE0FA2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9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F428-49F6-C50E-E419-3E7BE0DF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D9FB-5D6E-2EF3-AE38-07ECDD538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B3D1D-3ED6-50B6-0586-CE8E111C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02E2-24C8-8ED4-6E82-A28422C2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AF132-B6B9-1361-B2C5-48A3C863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1AF8-ADA9-99FE-0AF9-8B47B619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1CE56-191E-8140-C969-F58B3684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B11E3-0167-79AB-84C7-2E863947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FD016-891F-016D-FCBC-3521521A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3F327-78DA-6D13-4B39-EE3EE7F8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0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0A74-B886-7580-90D7-E5D599B5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09C2-B79E-A7A0-ED58-7A8CC6D9B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6243E-3AE1-B0A4-E850-B8BF545FC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0E8EF-5DC9-B522-291A-52FA8C51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4EF9E-43DC-646E-89DF-717F9A00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DC4D4-2B7E-6473-76D8-46BE4CA7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4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AD49-0A7B-5D3A-3939-81519530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7A058-F819-9ADE-240F-0C9C7DBB8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EE99C-C206-6B2C-6F33-E06FA2824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E3E91-8F17-179A-DF67-630AA7B2B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CF5DD-F792-5513-B76F-19A1F219E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CE2CC-0F23-82ED-C9DE-F8574BA6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072D6-4E7B-319A-9B85-0B860366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CB66A-7C6A-5A72-DB73-966BA33E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2B50-741A-9720-DFC7-AC700A05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45F58-DDB0-75FB-CDFC-F90FE8D4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55131-84CE-4924-B0C4-7321E077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B9E4E-D042-FDEF-68EB-4CB1324E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3FB0D-3280-F538-938D-333ED29A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3C201-29E9-3574-FB93-226D8F2D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265E-32B7-4E0F-A255-F909620C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5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0EE0-7574-2047-F65A-79A9DDFA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BC847-11DF-C6E5-B56D-D3B629FF5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9252C-9C2D-83ED-4A21-66DE0F64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AB452-3B5E-B052-1133-E16260A5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5F6BD-5734-E39D-EA73-DAB1AD82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D759-BCDD-63AF-C30A-8CE4CB9F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9B45-3CC1-9096-8567-1C49F869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57322-83BB-3360-CFBC-7CCE1A8E9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6CF1B-8493-9D3C-FB8F-B8F3A9517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E95FD-2900-9F4C-EA69-AA07D505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66AFC-B5FA-2248-607D-46781A99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2A19C-CE62-10E1-4910-EE185574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3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EBE6-0062-13EB-C93B-803FF27D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C1F4-6E8A-C13D-04DD-330EFB6DF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6090-CED9-035E-B1F2-9FB7A78C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94D9C-BB63-43A2-DF1B-33431C4F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1F3D5-103D-E3CD-552A-AF613D7E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1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BCA3F-9F81-B2F1-F787-49CEE74AD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D5F08-45FA-B7E9-9FCC-B842A6737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ED51A-2BB8-4D6D-5263-8550E64A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2793A-D27A-2FD8-29B3-6AAC01ED4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1C289-AA7F-8C95-E3D1-00A5841D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7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59AE8-2D2F-4C9E-E6F1-811442F1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FF00F-2C63-B959-F99D-BFDA54AC5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117D2-96EF-6C0D-DA53-4A53B7651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0C0C-F49E-45E3-9C20-03DBF4AC374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93D2-961B-B05B-4335-A165EB1C7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8D3F8-E275-88E6-B0F8-3B8D3C7F2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EBB10-A560-4A5B-A6E1-820848411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3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7D29-D208-1AD0-C3AF-DFE542333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6D5ED-D7D7-E2C2-85CB-614C3B44D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267773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5C98-D080-B4F1-4CA3-39E63DA4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Linked List (Fruit Selling Example)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62F3-F72A-EDD4-E574-AF4ED112D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dirty="0"/>
              <a:t>A </a:t>
            </a:r>
            <a:r>
              <a:rPr lang="en-US" b="1" dirty="0"/>
              <a:t>Linked List</a:t>
            </a:r>
            <a:r>
              <a:rPr lang="en-US" dirty="0"/>
              <a:t> is a data structure used to store elements (called nodes).</a:t>
            </a:r>
          </a:p>
          <a:p>
            <a:r>
              <a:rPr lang="en-US" dirty="0"/>
              <a:t>Each </a:t>
            </a:r>
            <a:r>
              <a:rPr lang="en-US" b="1" dirty="0"/>
              <a:t>Node</a:t>
            </a:r>
            <a:r>
              <a:rPr lang="en-US" dirty="0"/>
              <a:t> contains:</a:t>
            </a:r>
          </a:p>
          <a:p>
            <a:pPr lvl="1"/>
            <a:r>
              <a:rPr lang="en-US" b="1" dirty="0"/>
              <a:t>Data</a:t>
            </a:r>
            <a:r>
              <a:rPr lang="en-US" dirty="0"/>
              <a:t> (fruit name in our example).</a:t>
            </a:r>
          </a:p>
          <a:p>
            <a:pPr lvl="1"/>
            <a:r>
              <a:rPr lang="en-US" b="1" dirty="0"/>
              <a:t>Next</a:t>
            </a:r>
            <a:r>
              <a:rPr lang="en-US" dirty="0"/>
              <a:t> (a pointer/reference to the next node).</a:t>
            </a:r>
          </a:p>
          <a:p>
            <a:r>
              <a:rPr lang="en-US" dirty="0"/>
              <a:t>Unlike arrays, linked lists do not use continuous memory blocks.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0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BE96-090D-3FD1-1F59-3F2038B9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A7F8-7BBD-9AC2-A9C6-C222F0E46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our </a:t>
            </a:r>
            <a:r>
              <a:rPr lang="en-US" b="1" dirty="0"/>
              <a:t>Fruit Store Example</a:t>
            </a:r>
            <a:r>
              <a:rPr lang="en-US" dirty="0"/>
              <a:t>, we implemented two main operations:</a:t>
            </a:r>
          </a:p>
          <a:p>
            <a:r>
              <a:rPr lang="en-US" b="1" dirty="0"/>
              <a:t>Add (Stock a Fruit)</a:t>
            </a:r>
            <a:endParaRPr lang="en-US" dirty="0"/>
          </a:p>
          <a:p>
            <a:pPr lvl="1"/>
            <a:r>
              <a:rPr lang="en-US" dirty="0"/>
              <a:t>Creates a new node with the fruit name.</a:t>
            </a:r>
          </a:p>
          <a:p>
            <a:pPr lvl="1"/>
            <a:r>
              <a:rPr lang="en-US" dirty="0"/>
              <a:t>Adds it at the beginning of the linked list.</a:t>
            </a:r>
          </a:p>
          <a:p>
            <a:pPr lvl="1"/>
            <a:r>
              <a:rPr lang="en-US" dirty="0"/>
              <a:t>Example: Adding </a:t>
            </a:r>
            <a:r>
              <a:rPr lang="en-US" i="1" dirty="0"/>
              <a:t>Mango, Banana, Apple</a:t>
            </a:r>
            <a:r>
              <a:rPr lang="en-US" dirty="0"/>
              <a:t> → Mango -&gt; Banana -&gt; Apple -&gt; None.</a:t>
            </a:r>
          </a:p>
          <a:p>
            <a:r>
              <a:rPr lang="en-US" b="1" dirty="0"/>
              <a:t>Delete (Sell a Fruit)</a:t>
            </a:r>
            <a:endParaRPr lang="en-US" dirty="0"/>
          </a:p>
          <a:p>
            <a:pPr lvl="1"/>
            <a:r>
              <a:rPr lang="en-US" dirty="0"/>
              <a:t>Finds the fruit in the list.</a:t>
            </a:r>
          </a:p>
          <a:p>
            <a:pPr lvl="1"/>
            <a:r>
              <a:rPr lang="en-US" dirty="0"/>
              <a:t>Removes the node containing that fruit.</a:t>
            </a:r>
          </a:p>
          <a:p>
            <a:pPr lvl="1"/>
            <a:r>
              <a:rPr lang="en-US" dirty="0"/>
              <a:t>Example: Selling </a:t>
            </a:r>
            <a:r>
              <a:rPr lang="en-US" i="1" dirty="0"/>
              <a:t>Banana</a:t>
            </a:r>
            <a:r>
              <a:rPr lang="en-US" dirty="0"/>
              <a:t> → Mango -&gt; Apple -&gt; None.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40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FDB3-BD21-48C6-AAF4-3B4388DB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8FDF-5D39-CFA2-1686-AB5FDEE5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Selling:</a:t>
            </a:r>
          </a:p>
          <a:p>
            <a:r>
              <a:rPr lang="en-US" dirty="0"/>
              <a:t>Head → [Mango] → [Banana] → [Apple] → None</a:t>
            </a:r>
          </a:p>
          <a:p>
            <a:endParaRPr lang="en-US" dirty="0"/>
          </a:p>
          <a:p>
            <a:r>
              <a:rPr lang="en-US" dirty="0"/>
              <a:t>After Selling Banana:</a:t>
            </a:r>
          </a:p>
          <a:p>
            <a:r>
              <a:rPr lang="en-US" dirty="0"/>
              <a:t>Head → [Mango] → [Apple] →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56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1F0C-880A-D05A-E191-838EABB7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Linked List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B210C-9BC4-106A-E7EA-D22E4D4C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size (can grow/shrink easily).</a:t>
            </a:r>
          </a:p>
          <a:p>
            <a:r>
              <a:rPr lang="en-US" dirty="0"/>
              <a:t>Easy insertion/deletion compared to arrays.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Limitations</a:t>
            </a:r>
          </a:p>
          <a:p>
            <a:r>
              <a:rPr lang="en-US" dirty="0"/>
              <a:t>Slower access (must traverse nodes one by one).</a:t>
            </a:r>
          </a:p>
          <a:p>
            <a:r>
              <a:rPr lang="en-US" dirty="0"/>
              <a:t>Uses extra memory for storing pointers (next).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411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8F72-0784-5443-A947-DFBA3EF1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1167B-4CBA-28D0-7475-A099818B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Fruit Store</a:t>
            </a:r>
            <a:r>
              <a:rPr lang="en-US" dirty="0"/>
              <a:t> maintains stock using Linked List.</a:t>
            </a:r>
          </a:p>
          <a:p>
            <a:r>
              <a:rPr lang="en-US" dirty="0"/>
              <a:t>Add → New fruit arrives in store.</a:t>
            </a:r>
          </a:p>
          <a:p>
            <a:r>
              <a:rPr lang="en-US" dirty="0"/>
              <a:t>Delete → Fruit is sold to a customer.</a:t>
            </a:r>
          </a:p>
          <a:p>
            <a:r>
              <a:rPr lang="en-US" dirty="0"/>
              <a:t>This models inventory management in shops.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40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9652-52E5-D5D8-5B7C-CF638F594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802"/>
            <a:ext cx="10515600" cy="62958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class Node:</a:t>
            </a:r>
          </a:p>
          <a:p>
            <a:pPr marL="0" indent="0">
              <a:buNone/>
            </a:pPr>
            <a:r>
              <a:rPr lang="en-US" sz="3200" dirty="0"/>
              <a:t>    def __</a:t>
            </a:r>
            <a:r>
              <a:rPr lang="en-US" sz="3200" dirty="0" err="1"/>
              <a:t>init</a:t>
            </a:r>
            <a:r>
              <a:rPr lang="en-US" sz="3200" dirty="0"/>
              <a:t>__(self, fruit):</a:t>
            </a:r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self.fruit</a:t>
            </a:r>
            <a:r>
              <a:rPr lang="en-US" sz="3200" dirty="0"/>
              <a:t> = fruit</a:t>
            </a:r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self.next</a:t>
            </a:r>
            <a:r>
              <a:rPr lang="en-US" sz="3200" dirty="0"/>
              <a:t> = None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class </a:t>
            </a:r>
            <a:r>
              <a:rPr lang="en-US" sz="3200" dirty="0" err="1"/>
              <a:t>FruitStore</a:t>
            </a:r>
            <a:r>
              <a:rPr lang="en-US" sz="3200" dirty="0"/>
              <a:t>:</a:t>
            </a:r>
          </a:p>
          <a:p>
            <a:pPr marL="0" indent="0">
              <a:buNone/>
            </a:pPr>
            <a:r>
              <a:rPr lang="en-US" sz="3200" dirty="0"/>
              <a:t>    def __</a:t>
            </a:r>
            <a:r>
              <a:rPr lang="en-US" sz="3200" dirty="0" err="1"/>
              <a:t>init</a:t>
            </a:r>
            <a:r>
              <a:rPr lang="en-US" sz="3200" dirty="0"/>
              <a:t>__(self):</a:t>
            </a:r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self.head</a:t>
            </a:r>
            <a:r>
              <a:rPr lang="en-US" sz="3200" dirty="0"/>
              <a:t> = None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def add(self, fruit):  # stock fruit</a:t>
            </a:r>
          </a:p>
          <a:p>
            <a:pPr marL="0" indent="0">
              <a:buNone/>
            </a:pPr>
            <a:r>
              <a:rPr lang="en-US" sz="3200" dirty="0"/>
              <a:t>        new = Node(fruit)</a:t>
            </a:r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new.next</a:t>
            </a:r>
            <a:r>
              <a:rPr lang="en-US" sz="3200" dirty="0"/>
              <a:t> = </a:t>
            </a:r>
            <a:r>
              <a:rPr lang="en-US" sz="3200" dirty="0" err="1"/>
              <a:t>self.head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self.head</a:t>
            </a:r>
            <a:r>
              <a:rPr lang="en-US" sz="3200" dirty="0"/>
              <a:t> = new</a:t>
            </a:r>
          </a:p>
        </p:txBody>
      </p:sp>
    </p:spTree>
    <p:extLst>
      <p:ext uri="{BB962C8B-B14F-4D97-AF65-F5344CB8AC3E}">
        <p14:creationId xmlns:p14="http://schemas.microsoft.com/office/powerpoint/2010/main" val="939013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02E64-30BD-AB30-A1CB-CF4FAA44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803"/>
            <a:ext cx="10515600" cy="5877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def sell(self, fruit):  # delete fruit</a:t>
            </a:r>
          </a:p>
          <a:p>
            <a:pPr marL="0" indent="0">
              <a:buNone/>
            </a:pPr>
            <a:r>
              <a:rPr lang="en-US" dirty="0"/>
              <a:t>        temp, 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self.head</a:t>
            </a:r>
            <a:r>
              <a:rPr lang="en-US" dirty="0"/>
              <a:t>, None</a:t>
            </a:r>
          </a:p>
          <a:p>
            <a:pPr marL="0" indent="0">
              <a:buNone/>
            </a:pPr>
            <a:r>
              <a:rPr lang="en-US" dirty="0"/>
              <a:t>        while temp and </a:t>
            </a:r>
            <a:r>
              <a:rPr lang="en-US" dirty="0" err="1"/>
              <a:t>temp.fruit</a:t>
            </a:r>
            <a:r>
              <a:rPr lang="en-US" dirty="0"/>
              <a:t> != fruit: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prev</a:t>
            </a:r>
            <a:r>
              <a:rPr lang="en-US" dirty="0"/>
              <a:t>, temp = temp,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not temp: return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prev</a:t>
            </a:r>
            <a:r>
              <a:rPr lang="en-US" dirty="0"/>
              <a:t>: </a:t>
            </a:r>
            <a:r>
              <a:rPr lang="en-US" dirty="0" err="1"/>
              <a:t>prev.next</a:t>
            </a:r>
            <a:r>
              <a:rPr lang="en-US" dirty="0"/>
              <a:t>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else: </a:t>
            </a:r>
            <a:r>
              <a:rPr lang="en-US" dirty="0" err="1"/>
              <a:t>self.head</a:t>
            </a:r>
            <a:r>
              <a:rPr lang="en-US" dirty="0"/>
              <a:t>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show(self):</a:t>
            </a:r>
          </a:p>
          <a:p>
            <a:pPr marL="0" indent="0">
              <a:buNone/>
            </a:pPr>
            <a:r>
              <a:rPr lang="en-US" dirty="0"/>
              <a:t>        temp = </a:t>
            </a:r>
            <a:r>
              <a:rPr lang="en-US" dirty="0" err="1"/>
              <a:t>self.head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while temp: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temp.fruit</a:t>
            </a:r>
            <a:r>
              <a:rPr lang="en-US" dirty="0"/>
              <a:t>, end=" -&gt; ")</a:t>
            </a:r>
          </a:p>
          <a:p>
            <a:pPr marL="0" indent="0">
              <a:buNone/>
            </a:pPr>
            <a:r>
              <a:rPr lang="en-US" dirty="0"/>
              <a:t>            temp = </a:t>
            </a:r>
            <a:r>
              <a:rPr lang="en-US" dirty="0" err="1"/>
              <a:t>temp.next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print("None")</a:t>
            </a:r>
          </a:p>
        </p:txBody>
      </p:sp>
    </p:spTree>
    <p:extLst>
      <p:ext uri="{BB962C8B-B14F-4D97-AF65-F5344CB8AC3E}">
        <p14:creationId xmlns:p14="http://schemas.microsoft.com/office/powerpoint/2010/main" val="96282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0705-8B07-B66C-60C9-663FE5D86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26" y="416549"/>
            <a:ext cx="10515600" cy="61191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Example</a:t>
            </a:r>
          </a:p>
          <a:p>
            <a:pPr marL="0" indent="0">
              <a:buNone/>
            </a:pPr>
            <a:r>
              <a:rPr lang="en-US" sz="3600" dirty="0"/>
              <a:t>store = </a:t>
            </a:r>
            <a:r>
              <a:rPr lang="en-US" sz="3600" dirty="0" err="1"/>
              <a:t>FruitStore</a:t>
            </a:r>
            <a:r>
              <a:rPr lang="en-US" sz="3600" dirty="0"/>
              <a:t>()</a:t>
            </a:r>
          </a:p>
          <a:p>
            <a:pPr marL="0" indent="0">
              <a:buNone/>
            </a:pPr>
            <a:r>
              <a:rPr lang="en-US" sz="3600" dirty="0" err="1"/>
              <a:t>store.add</a:t>
            </a:r>
            <a:r>
              <a:rPr lang="en-US" sz="3600" dirty="0"/>
              <a:t>("Apple")</a:t>
            </a:r>
          </a:p>
          <a:p>
            <a:pPr marL="0" indent="0">
              <a:buNone/>
            </a:pPr>
            <a:r>
              <a:rPr lang="en-US" sz="3600" dirty="0" err="1"/>
              <a:t>store.add</a:t>
            </a:r>
            <a:r>
              <a:rPr lang="en-US" sz="3600" dirty="0"/>
              <a:t>("Banana")</a:t>
            </a:r>
          </a:p>
          <a:p>
            <a:pPr marL="0" indent="0">
              <a:buNone/>
            </a:pPr>
            <a:r>
              <a:rPr lang="en-US" sz="3600" dirty="0" err="1"/>
              <a:t>store.add</a:t>
            </a:r>
            <a:r>
              <a:rPr lang="en-US" sz="3600" dirty="0"/>
              <a:t>("Mango")</a:t>
            </a:r>
          </a:p>
          <a:p>
            <a:pPr marL="0" indent="0">
              <a:buNone/>
            </a:pPr>
            <a:r>
              <a:rPr lang="en-US" sz="3600" dirty="0" err="1"/>
              <a:t>store.show</a:t>
            </a:r>
            <a:r>
              <a:rPr lang="en-US" sz="3600" dirty="0"/>
              <a:t>()          # Mango -&gt; Banana -&gt; Apple -&gt; None</a:t>
            </a:r>
          </a:p>
          <a:p>
            <a:pPr marL="0" indent="0">
              <a:buNone/>
            </a:pPr>
            <a:r>
              <a:rPr lang="en-US" sz="3600" dirty="0" err="1"/>
              <a:t>store.sell</a:t>
            </a:r>
            <a:r>
              <a:rPr lang="en-US" sz="3600" dirty="0"/>
              <a:t>("Banana")  </a:t>
            </a:r>
          </a:p>
          <a:p>
            <a:pPr marL="0" indent="0">
              <a:buNone/>
            </a:pPr>
            <a:r>
              <a:rPr lang="en-US" sz="3600" dirty="0" err="1"/>
              <a:t>store.show</a:t>
            </a:r>
            <a:r>
              <a:rPr lang="en-US" sz="3600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375932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4C1A7D-FB4A-C483-B0C6-FC2DE1307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43"/>
            <a:ext cx="77006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stock new fruit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sell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delete fruit (first match)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show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current stock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81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509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Linked List</vt:lpstr>
      <vt:lpstr>Linked List (Fruit Selling Example) </vt:lpstr>
      <vt:lpstr>Basic Operations </vt:lpstr>
      <vt:lpstr>Visualization </vt:lpstr>
      <vt:lpstr>Advantages of Linked List </vt:lpstr>
      <vt:lpstr>Real-World Example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11</cp:revision>
  <dcterms:created xsi:type="dcterms:W3CDTF">2025-09-01T09:47:26Z</dcterms:created>
  <dcterms:modified xsi:type="dcterms:W3CDTF">2025-09-01T09:52:06Z</dcterms:modified>
</cp:coreProperties>
</file>