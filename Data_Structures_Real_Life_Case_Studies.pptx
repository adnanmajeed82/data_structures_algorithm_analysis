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7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6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9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0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9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02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1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5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9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66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1032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30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85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36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86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1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93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7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Real-Life Problems &amp; Case Studies of 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Applications in Everyday Life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836B-AD36-28E0-FCA6-51EF2B0D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Adnan Majeed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8D0772-1731-D2A9-4BCA-8DAA270929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332" y="1967534"/>
            <a:ext cx="7800533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Adnan Majeed, an experienced educator and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specialist with an MSc in Computer Science,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12+ years’ expertise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science, web development, and backend solutions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BACKGROUND: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TEACHING : BEACONHOUSE </a:t>
            </a:r>
            <a:r>
              <a:rPr lang="en-US" altLang="en-US" sz="1800" cap="none" dirty="0">
                <a:latin typeface="Arial" panose="020B0604020202020204" pitchFamily="34" charset="0"/>
              </a:rPr>
              <a:t>UNIVERISTY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800" cap="none" dirty="0">
                <a:latin typeface="Arial" panose="020B0604020202020204" pitchFamily="34" charset="0"/>
              </a:rPr>
              <a:t>RESEARCHER: IEEE COMMUNITY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80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200136"/>
            <a:ext cx="7773338" cy="1596177"/>
          </a:xfrm>
        </p:spPr>
        <p:txBody>
          <a:bodyPr/>
          <a:lstStyle/>
          <a:p>
            <a:r>
              <a:rPr dirty="0"/>
              <a:t>Real-Life Problems Solved by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2451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defRPr sz="1400"/>
            </a:pPr>
            <a:r>
              <a:rPr sz="2400" dirty="0"/>
              <a:t>Search Engines – Hash tables, Tries, Graphs for indexing and ranking.</a:t>
            </a:r>
          </a:p>
          <a:p>
            <a:pPr>
              <a:defRPr sz="1400"/>
            </a:pPr>
            <a:r>
              <a:rPr sz="2400" dirty="0"/>
              <a:t>Hospital Patient Management – Linked lists, Trees, Hash maps for quick access.</a:t>
            </a:r>
          </a:p>
          <a:p>
            <a:pPr>
              <a:defRPr sz="1400"/>
            </a:pPr>
            <a:r>
              <a:rPr sz="2400" dirty="0"/>
              <a:t>Social Media Feeds – Heaps, Queues, Graphs for sorting and connections.</a:t>
            </a:r>
          </a:p>
          <a:p>
            <a:pPr>
              <a:defRPr sz="1400"/>
            </a:pPr>
            <a:r>
              <a:rPr sz="2400" dirty="0"/>
              <a:t>Airline Reservation – Binary search trees, Heaps, Hash maps for seat allocation.</a:t>
            </a:r>
          </a:p>
          <a:p>
            <a:pPr>
              <a:defRPr sz="1400"/>
            </a:pPr>
            <a:r>
              <a:rPr sz="2400" dirty="0"/>
              <a:t>Navigation Systems – Graphs, Priority queues for shortest path algorithms.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033" y="278386"/>
            <a:ext cx="7773338" cy="1596177"/>
          </a:xfrm>
        </p:spPr>
        <p:txBody>
          <a:bodyPr/>
          <a:lstStyle/>
          <a:p>
            <a:r>
              <a:t>Case Study 1 – YouTube Video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033" y="2053651"/>
            <a:ext cx="8229600" cy="4525963"/>
          </a:xfrm>
        </p:spPr>
        <p:txBody>
          <a:bodyPr>
            <a:normAutofit/>
          </a:bodyPr>
          <a:lstStyle/>
          <a:p>
            <a:pPr>
              <a:defRPr sz="1400"/>
            </a:pPr>
            <a:r>
              <a:rPr sz="2800" dirty="0"/>
              <a:t>Stores billions of videos, recommends based on viewing history.</a:t>
            </a:r>
          </a:p>
          <a:p>
            <a:pPr>
              <a:defRPr sz="1400"/>
            </a:pPr>
            <a:r>
              <a:rPr sz="2800" dirty="0"/>
              <a:t>Uses Graphs for relationships, Hash maps for video metadata.</a:t>
            </a:r>
          </a:p>
          <a:p>
            <a:pPr>
              <a:defRPr sz="1400"/>
            </a:pPr>
            <a:r>
              <a:rPr sz="2800" dirty="0"/>
              <a:t>Queues manage streaming and recommendation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303826"/>
            <a:ext cx="7773338" cy="1596177"/>
          </a:xfrm>
        </p:spPr>
        <p:txBody>
          <a:bodyPr/>
          <a:lstStyle/>
          <a:p>
            <a:r>
              <a:rPr dirty="0"/>
              <a:t>Case Study 2 – E-commerce Shopping Cart (Amazon)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082" y="1900003"/>
            <a:ext cx="8229600" cy="4525963"/>
          </a:xfrm>
        </p:spPr>
        <p:txBody>
          <a:bodyPr>
            <a:normAutofit/>
          </a:bodyPr>
          <a:lstStyle/>
          <a:p>
            <a:pPr>
              <a:defRPr sz="1400"/>
            </a:pPr>
            <a:r>
              <a:rPr sz="2400" dirty="0"/>
              <a:t>Real-time add/remove products with checkout process.</a:t>
            </a:r>
          </a:p>
          <a:p>
            <a:pPr>
              <a:defRPr sz="1400"/>
            </a:pPr>
            <a:r>
              <a:rPr sz="2400" dirty="0"/>
              <a:t>Linked lists for dynamic item lists, Hash maps for lookup.</a:t>
            </a:r>
          </a:p>
          <a:p>
            <a:pPr>
              <a:defRPr sz="1400"/>
            </a:pPr>
            <a:r>
              <a:rPr sz="2400" dirty="0"/>
              <a:t>Stacks enable 'undo last action' feature.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3 – Bank ATM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/>
            </a:pPr>
            <a:r>
              <a:rPr sz="2800" dirty="0"/>
              <a:t>Tracks balances and transaction history, updates central server.</a:t>
            </a:r>
          </a:p>
          <a:p>
            <a:pPr>
              <a:defRPr sz="1400"/>
            </a:pPr>
            <a:r>
              <a:rPr sz="2800" dirty="0"/>
              <a:t>Trees for hierarchical data, Queues for transaction processing.</a:t>
            </a:r>
          </a:p>
          <a:p>
            <a:pPr>
              <a:defRPr sz="1400"/>
            </a:pPr>
            <a:r>
              <a:rPr sz="2800" dirty="0"/>
              <a:t>Hash tables for quick account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8</TotalTime>
  <Words>244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Droplet</vt:lpstr>
      <vt:lpstr>Real-Life Problems &amp; Case Studies of Data Structures</vt:lpstr>
      <vt:lpstr>Adnan Majeed</vt:lpstr>
      <vt:lpstr>Real-Life Problems Solved by Data Structures</vt:lpstr>
      <vt:lpstr>Case Study 1 – YouTube Video Recommendation</vt:lpstr>
      <vt:lpstr>Case Study 2 – E-commerce Shopping Cart (Amazon)</vt:lpstr>
      <vt:lpstr>Case Study 3 – Bank ATM Network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8</cp:revision>
  <dcterms:created xsi:type="dcterms:W3CDTF">2013-01-27T09:14:16Z</dcterms:created>
  <dcterms:modified xsi:type="dcterms:W3CDTF">2025-08-10T17:34:50Z</dcterms:modified>
  <cp:category/>
</cp:coreProperties>
</file>